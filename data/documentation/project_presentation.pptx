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73" r:id="rId9"/>
    <p:sldId id="260" r:id="rId10"/>
    <p:sldId id="261" r:id="rId11"/>
    <p:sldId id="262" r:id="rId12"/>
    <p:sldId id="264" r:id="rId13"/>
    <p:sldId id="276" r:id="rId14"/>
    <p:sldId id="277" r:id="rId15"/>
    <p:sldId id="265" r:id="rId16"/>
    <p:sldId id="278" r:id="rId17"/>
    <p:sldId id="267" r:id="rId18"/>
  </p:sldIdLst>
  <p:sldSz cx="12192000" cy="6858000"/>
  <p:notesSz cx="6858000" cy="9144000"/>
  <p:defaultTextStyle>
    <a:defPPr marL="0" marR="0" indent="0" algn="l" defTabSz="91440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91440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  <a:latin typeface="+mj-lt"/>
        <a:ea typeface="+mj-ea"/>
        <a:cs typeface="+mj-cs"/>
      </a:defRPr>
    </a:lvl1pPr>
    <a:lvl2pPr marL="0" marR="0" indent="0" algn="l" defTabSz="91440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  <a:latin typeface="+mj-lt"/>
        <a:ea typeface="+mj-ea"/>
        <a:cs typeface="+mj-cs"/>
      </a:defRPr>
    </a:lvl2pPr>
    <a:lvl3pPr marL="0" marR="0" indent="0" algn="l" defTabSz="91440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  <a:latin typeface="+mj-lt"/>
        <a:ea typeface="+mj-ea"/>
        <a:cs typeface="+mj-cs"/>
      </a:defRPr>
    </a:lvl3pPr>
    <a:lvl4pPr marL="0" marR="0" indent="0" algn="l" defTabSz="91440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  <a:latin typeface="+mj-lt"/>
        <a:ea typeface="+mj-ea"/>
        <a:cs typeface="+mj-cs"/>
      </a:defRPr>
    </a:lvl4pPr>
    <a:lvl5pPr marL="0" marR="0" indent="0" algn="l" defTabSz="91440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  <a:latin typeface="+mj-lt"/>
        <a:ea typeface="+mj-ea"/>
        <a:cs typeface="+mj-cs"/>
      </a:defRPr>
    </a:lvl5pPr>
    <a:lvl6pPr marL="0" marR="0" indent="0" algn="l" defTabSz="91440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  <a:latin typeface="+mj-lt"/>
        <a:ea typeface="+mj-ea"/>
        <a:cs typeface="+mj-cs"/>
      </a:defRPr>
    </a:lvl6pPr>
    <a:lvl7pPr marL="0" marR="0" indent="0" algn="l" defTabSz="91440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  <a:latin typeface="+mj-lt"/>
        <a:ea typeface="+mj-ea"/>
        <a:cs typeface="+mj-cs"/>
      </a:defRPr>
    </a:lvl7pPr>
    <a:lvl8pPr marL="0" marR="0" indent="0" algn="l" defTabSz="91440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  <a:latin typeface="+mj-lt"/>
        <a:ea typeface="+mj-ea"/>
        <a:cs typeface="+mj-cs"/>
      </a:defRPr>
    </a:lvl8pPr>
    <a:lvl9pPr marL="0" marR="0" indent="0" algn="l" defTabSz="91440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  <a:latin typeface="+mj-lt"/>
        <a:ea typeface="+mj-ea"/>
        <a:cs typeface="+mj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5BA0BF-A634-C21D-818A-B5C58F3B80AE}" v="423" dt="2025-11-24T18:24:58.219"/>
    <p1510:client id="{11DAC405-7025-F214-8BD2-B16D88D339D5}" v="18" dt="2025-11-24T12:54:15.413"/>
    <p1510:client id="{9FF924B1-E216-23BD-3740-5512377E990F}" v="6" dt="2025-11-24T13:50:28.209"/>
    <p1510:client id="{EE205A97-F17C-F0D9-D8F5-945076D5A920}" v="1175" dt="2025-11-24T13:42:36.0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516260" name="Shape 322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823592" name="Shape 323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>
        <a:latin typeface="+mn-lt"/>
        <a:ea typeface="+mn-ea"/>
        <a:cs typeface="+mn-cs"/>
      </a:defRPr>
    </a:lvl1pPr>
    <a:lvl2pPr indent="228600">
      <a:defRPr sz="1200">
        <a:latin typeface="+mn-lt"/>
        <a:ea typeface="+mn-ea"/>
        <a:cs typeface="+mn-cs"/>
      </a:defRPr>
    </a:lvl2pPr>
    <a:lvl3pPr indent="457200">
      <a:defRPr sz="1200">
        <a:latin typeface="+mn-lt"/>
        <a:ea typeface="+mn-ea"/>
        <a:cs typeface="+mn-cs"/>
      </a:defRPr>
    </a:lvl3pPr>
    <a:lvl4pPr indent="685800">
      <a:defRPr sz="1200">
        <a:latin typeface="+mn-lt"/>
        <a:ea typeface="+mn-ea"/>
        <a:cs typeface="+mn-cs"/>
      </a:defRPr>
    </a:lvl4pPr>
    <a:lvl5pPr indent="914400">
      <a:defRPr sz="1200">
        <a:latin typeface="+mn-lt"/>
        <a:ea typeface="+mn-ea"/>
        <a:cs typeface="+mn-cs"/>
      </a:defRPr>
    </a:lvl5pPr>
    <a:lvl6pPr indent="1143000">
      <a:defRPr sz="1200">
        <a:latin typeface="+mn-lt"/>
        <a:ea typeface="+mn-ea"/>
        <a:cs typeface="+mn-cs"/>
      </a:defRPr>
    </a:lvl6pPr>
    <a:lvl7pPr indent="1371600">
      <a:defRPr sz="1200">
        <a:latin typeface="+mn-lt"/>
        <a:ea typeface="+mn-ea"/>
        <a:cs typeface="+mn-cs"/>
      </a:defRPr>
    </a:lvl7pPr>
    <a:lvl8pPr indent="1600200">
      <a:defRPr sz="1200">
        <a:latin typeface="+mn-lt"/>
        <a:ea typeface="+mn-ea"/>
        <a:cs typeface="+mn-cs"/>
      </a:defRPr>
    </a:lvl8pPr>
    <a:lvl9pPr indent="1828800">
      <a:defRPr sz="1200"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A0CB0-C1FC-0A15-6DC7-E41F302EE235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C650D2-80DE-F9AE-27A3-DF136721A871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29160-1662-9179-9FB8-E3037DEBA3DC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8A1D3-D737-0F7E-057E-BEB2FEB7FA8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C231BF-AFAD-B7C3-A5D8-009BF7828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75C5D2-24E2-E0EE-BD3B-16C8E5611F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C734C-946F-D1CE-5839-AB0255E464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45A8E-4D39-EEFE-FB27-2CD598789B3E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957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38640-9A27-6F54-D6B7-095F7234977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CFFD30-ABEF-6BE7-6259-9CE33EB04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E7A3E4-F9A5-3C81-1214-73B95F3C71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57178-BA99-F137-BB2D-D7E1EA55B9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45A8E-4D39-EEFE-FB27-2CD598789B3E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086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2E5A1-F4B8-FE05-5014-7A81CE3A9B5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F9DD95-081E-4C6B-DA98-2BDC0527E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40F56-8A02-406E-E002-3EA3A2C7A0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F96CD-48C9-B6C1-8932-839854FA0D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45A8E-4D39-EEFE-FB27-2CD598789B3E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6710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3AF9C-0073-C06B-6CEE-E9E3BCE1EB9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A18A73-60AB-DFDA-7796-01C0CE05F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E30F5-5784-0402-A220-505CB2C688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19B9D-F446-6CF0-5A60-DADF0125F8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45A8E-4D39-EEFE-FB27-2CD598789B3E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9233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ADFB5-B8A4-C3E6-198C-B80322DEB79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2C383-46CB-613E-6B5C-BCC640171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7F548-5858-5964-448F-BDF7993D56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2355B-E8F7-B423-0A7E-83364968BC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45A8E-4D39-EEFE-FB27-2CD598789B3E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96196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45A8E-4D39-EEFE-FB27-2CD598789B3E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60D71E-0A8F-90FF-2129-6E3AB3773D95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700EF7-983F-CF3E-E95F-8CAB03F1DC15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D3F801-5DDB-C45B-A936-E830B0196B89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6D479-58E1-0623-0AD1-6A71A6B8765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D8348E-E798-F2DF-F177-D33A2E65D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1E3F2-7BC9-4E02-40FA-96EBADBCEA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42A17-E7B1-138A-905C-B95FDC2014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D3F801-5DDB-C45B-A936-E830B0196B89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0633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616FE-B677-72D7-325C-2D54E4F001C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E22262-A059-5172-D74E-4FF471A32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C9A580-03F2-1FCD-0106-C1C735E85F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448F2-7126-10EE-D434-604C0D8468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D3F801-5DDB-C45B-A936-E830B0196B89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38184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66594-3556-CFDC-7F9F-6DE98BC1AD8F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9ACFF-6416-00CA-CE91-A8247C8ABAE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15A1B5-A42B-84E3-B44C-14D68CB31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919EE-F2CF-DCE1-6DAB-ED976B7F24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6ECC2-B2B9-BDDA-56EA-3F13FCAE77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65FB07-DDE5-C865-B7B6-FD904C06E274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31266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8C0C20-2D89-4D46-55BE-E5A5257DA9AD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Title C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261166" name="Title Text"/>
          <p:cNvSpPr txBox="1">
            <a:spLocks noGrp="1"/>
          </p:cNvSpPr>
          <p:nvPr>
            <p:ph type="title"/>
          </p:nvPr>
        </p:nvSpPr>
        <p:spPr bwMode="auto">
          <a:xfrm>
            <a:off x="1473200" y="1765300"/>
            <a:ext cx="9245599" cy="1655765"/>
          </a:xfrm>
          <a:prstGeom prst="rect">
            <a:avLst/>
          </a:prstGeom>
        </p:spPr>
        <p:txBody>
          <a:bodyPr lIns="45718" tIns="45718" rIns="45718" bIns="45718" anchor="b"/>
          <a:lstStyle>
            <a:lvl1pPr>
              <a:defRPr sz="6000"/>
            </a:lvl1pPr>
          </a:lstStyle>
          <a:p>
            <a:pPr>
              <a:defRPr/>
            </a:pPr>
            <a:r>
              <a:t>Title Text</a:t>
            </a:r>
          </a:p>
        </p:txBody>
      </p:sp>
      <p:sp>
        <p:nvSpPr>
          <p:cNvPr id="1202641160" name="Body Level One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524000" y="3386137"/>
            <a:ext cx="9144000" cy="615952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914400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2800"/>
            </a:lvl1pPr>
            <a:lvl2pPr marL="742949" indent="-285749" defTabSz="914400">
              <a:lnSpc>
                <a:spcPct val="90000"/>
              </a:lnSpc>
              <a:spcBef>
                <a:spcPts val="0"/>
              </a:spcBef>
              <a:buClrTx/>
              <a:buFontTx/>
              <a:defRPr sz="2800"/>
            </a:lvl2pPr>
            <a:lvl3pPr marL="1181099" indent="-266700" defTabSz="914400">
              <a:lnSpc>
                <a:spcPct val="90000"/>
              </a:lnSpc>
              <a:spcBef>
                <a:spcPts val="0"/>
              </a:spcBef>
              <a:buClrTx/>
              <a:buFontTx/>
              <a:defRPr sz="2800"/>
            </a:lvl3pPr>
            <a:lvl4pPr marL="1691639" indent="-320039" defTabSz="914400">
              <a:lnSpc>
                <a:spcPct val="90000"/>
              </a:lnSpc>
              <a:spcBef>
                <a:spcPts val="0"/>
              </a:spcBef>
              <a:buClrTx/>
              <a:buFontTx/>
              <a:defRPr sz="2800"/>
            </a:lvl4pPr>
            <a:lvl5pPr marL="2148839" indent="-320039" defTabSz="914400">
              <a:lnSpc>
                <a:spcPct val="90000"/>
              </a:lnSpc>
              <a:spcBef>
                <a:spcPts val="0"/>
              </a:spcBef>
              <a:buClrTx/>
              <a:buFontTx/>
              <a:defRPr sz="2800"/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1997734193" name="Body Level One…"/>
          <p:cNvSpPr txBox="1">
            <a:spLocks noGrp="1"/>
          </p:cNvSpPr>
          <p:nvPr>
            <p:ph type="body" sz="quarter" idx="21"/>
          </p:nvPr>
        </p:nvSpPr>
        <p:spPr bwMode="auto">
          <a:xfrm>
            <a:off x="2552700" y="4287837"/>
            <a:ext cx="8063063" cy="980531"/>
          </a:xfrm>
          <a:prstGeom prst="rect">
            <a:avLst/>
          </a:prstGeom>
        </p:spPr>
        <p:txBody>
          <a:bodyPr lIns="45718" tIns="45718" rIns="45718" bIns="45718"/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400">
                <a:solidFill>
                  <a:schemeClr val="accent6"/>
                </a:solidFill>
              </a:defRPr>
            </a:pPr>
            <a:endParaRPr/>
          </a:p>
        </p:txBody>
      </p:sp>
      <p:sp>
        <p:nvSpPr>
          <p:cNvPr id="590902934" name="Body Level One"/>
          <p:cNvSpPr txBox="1">
            <a:spLocks noGrp="1"/>
          </p:cNvSpPr>
          <p:nvPr>
            <p:ph type="body" sz="quarter" idx="22"/>
          </p:nvPr>
        </p:nvSpPr>
        <p:spPr bwMode="auto">
          <a:xfrm>
            <a:off x="6826819" y="1150937"/>
            <a:ext cx="4037312" cy="615952"/>
          </a:xfrm>
          <a:prstGeom prst="rect">
            <a:avLst/>
          </a:prstGeom>
        </p:spPr>
        <p:txBody>
          <a:bodyPr lIns="45718" tIns="45718" rIns="45718" bIns="45718"/>
          <a:lstStyle/>
          <a:p>
            <a:pPr marL="0" indent="0" algn="r" defTabSz="914400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2800" cap="small">
                <a:latin typeface="Avenir Medium"/>
                <a:ea typeface="Avenir Medium"/>
                <a:cs typeface="Avenir Medium"/>
              </a:defRPr>
            </a:pPr>
            <a:endParaRPr/>
          </a:p>
        </p:txBody>
      </p:sp>
      <p:sp>
        <p:nvSpPr>
          <p:cNvPr id="1038766426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7376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Titel und Inhalt 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631824" name="Title Text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Title Text</a:t>
            </a:r>
          </a:p>
        </p:txBody>
      </p:sp>
      <p:sp>
        <p:nvSpPr>
          <p:cNvPr id="401482184" name="Body Level One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1892292455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889837" name="Title Text"/>
          <p:cNvSpPr txBox="1"/>
          <p:nvPr/>
        </p:nvSpPr>
        <p:spPr bwMode="auto">
          <a:xfrm>
            <a:off x="757537" y="-1"/>
            <a:ext cx="10676925" cy="1503366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>
            <a:lvl1pPr>
              <a:lnSpc>
                <a:spcPct val="90000"/>
              </a:lnSpc>
              <a:defRPr sz="5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t>Title Text</a:t>
            </a:r>
          </a:p>
        </p:txBody>
      </p:sp>
      <p:sp>
        <p:nvSpPr>
          <p:cNvPr id="978823727" name="Body Level One…"/>
          <p:cNvSpPr txBox="1"/>
          <p:nvPr/>
        </p:nvSpPr>
        <p:spPr bwMode="auto">
          <a:xfrm>
            <a:off x="770562" y="1739512"/>
            <a:ext cx="5081876" cy="4696727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>
            <a:lvl1pPr marL="342900" indent="-342900" defTabSz="457200">
              <a:spcBef>
                <a:spcPts val="700"/>
              </a:spcBef>
              <a:buClr>
                <a:srgbClr val="000000"/>
              </a:buClr>
              <a:buSzPct val="100000"/>
              <a:buFont typeface="Helvetica"/>
              <a:buChar char="•"/>
              <a:defRPr sz="32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1pPr>
            <a:lvl2pPr marL="783771" indent="-326571" defTabSz="457200">
              <a:spcBef>
                <a:spcPts val="700"/>
              </a:spcBef>
              <a:buClr>
                <a:srgbClr val="000000"/>
              </a:buClr>
              <a:buSzPct val="100000"/>
              <a:buFont typeface="Helvetica"/>
              <a:buChar char="–"/>
              <a:defRPr sz="32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2pPr>
            <a:lvl3pPr marL="1219200" indent="-304800" defTabSz="457200">
              <a:spcBef>
                <a:spcPts val="700"/>
              </a:spcBef>
              <a:buClr>
                <a:srgbClr val="000000"/>
              </a:buClr>
              <a:buSzPct val="100000"/>
              <a:buFont typeface="Helvetica"/>
              <a:buChar char="•"/>
              <a:defRPr sz="32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3pPr>
            <a:lvl4pPr marL="1737360" indent="-365760" defTabSz="457200">
              <a:spcBef>
                <a:spcPts val="700"/>
              </a:spcBef>
              <a:buClr>
                <a:srgbClr val="000000"/>
              </a:buClr>
              <a:buSzPct val="100000"/>
              <a:buFont typeface="Helvetica"/>
              <a:buChar char="–"/>
              <a:defRPr sz="32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4pPr>
            <a:lvl5pPr marL="2194560" indent="-365760" defTabSz="457200">
              <a:spcBef>
                <a:spcPts val="700"/>
              </a:spcBef>
              <a:buClr>
                <a:srgbClr val="000000"/>
              </a:buClr>
              <a:buSzPct val="100000"/>
              <a:buFont typeface="Helvetica"/>
              <a:buChar char="»"/>
              <a:defRPr sz="32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736670715" name="Body Level One…"/>
          <p:cNvSpPr txBox="1"/>
          <p:nvPr/>
        </p:nvSpPr>
        <p:spPr bwMode="auto">
          <a:xfrm>
            <a:off x="6326349" y="1739512"/>
            <a:ext cx="5081876" cy="4696727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>
            <a:lvl1pPr marL="342900" indent="-342900" defTabSz="457200">
              <a:spcBef>
                <a:spcPts val="700"/>
              </a:spcBef>
              <a:buClr>
                <a:srgbClr val="000000"/>
              </a:buClr>
              <a:buSzPct val="100000"/>
              <a:buFont typeface="Helvetica"/>
              <a:buChar char="•"/>
              <a:defRPr sz="32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1pPr>
            <a:lvl2pPr marL="783771" indent="-326571" defTabSz="457200">
              <a:spcBef>
                <a:spcPts val="700"/>
              </a:spcBef>
              <a:buClr>
                <a:srgbClr val="000000"/>
              </a:buClr>
              <a:buSzPct val="100000"/>
              <a:buFont typeface="Helvetica"/>
              <a:buChar char="–"/>
              <a:defRPr sz="32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2pPr>
            <a:lvl3pPr marL="1219200" indent="-304800" defTabSz="457200">
              <a:spcBef>
                <a:spcPts val="700"/>
              </a:spcBef>
              <a:buClr>
                <a:srgbClr val="000000"/>
              </a:buClr>
              <a:buSzPct val="100000"/>
              <a:buFont typeface="Helvetica"/>
              <a:buChar char="•"/>
              <a:defRPr sz="32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3pPr>
            <a:lvl4pPr marL="1737360" indent="-365760" defTabSz="457200">
              <a:spcBef>
                <a:spcPts val="700"/>
              </a:spcBef>
              <a:buClr>
                <a:srgbClr val="000000"/>
              </a:buClr>
              <a:buSzPct val="100000"/>
              <a:buFont typeface="Helvetica"/>
              <a:buChar char="–"/>
              <a:defRPr sz="32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4pPr>
            <a:lvl5pPr marL="2194560" indent="-365760" defTabSz="457200">
              <a:spcBef>
                <a:spcPts val="700"/>
              </a:spcBef>
              <a:buClr>
                <a:srgbClr val="000000"/>
              </a:buClr>
              <a:buSzPct val="100000"/>
              <a:buFont typeface="Helvetica"/>
              <a:buChar char="»"/>
              <a:defRPr sz="32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2067860841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2541"/>
            <a:ext cx="263978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034518" name="Title Text"/>
          <p:cNvSpPr txBox="1">
            <a:spLocks noGrp="1"/>
          </p:cNvSpPr>
          <p:nvPr>
            <p:ph type="title"/>
          </p:nvPr>
        </p:nvSpPr>
        <p:spPr bwMode="auto">
          <a:xfrm>
            <a:off x="713316" y="1709738"/>
            <a:ext cx="10765368" cy="2852737"/>
          </a:xfrm>
          <a:prstGeom prst="rect">
            <a:avLst/>
          </a:prstGeom>
        </p:spPr>
        <p:txBody>
          <a:bodyPr lIns="45718" tIns="45718" rIns="45718" bIns="45718" anchor="b"/>
          <a:lstStyle>
            <a:lvl1pPr>
              <a:defRPr sz="6000"/>
            </a:lvl1pPr>
          </a:lstStyle>
          <a:p>
            <a:pPr>
              <a:defRPr/>
            </a:pPr>
            <a:r>
              <a:t>Title Text</a:t>
            </a:r>
          </a:p>
        </p:txBody>
      </p:sp>
      <p:sp>
        <p:nvSpPr>
          <p:cNvPr id="996141" name="Body Level One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713316" y="4589462"/>
            <a:ext cx="10765368" cy="1500189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208893731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-2" y="6588759"/>
            <a:ext cx="265023" cy="269239"/>
          </a:xfrm>
          <a:prstGeom prst="rect">
            <a:avLst/>
          </a:prstGeom>
        </p:spPr>
        <p:txBody>
          <a:bodyPr lIns="45718" tIns="45718" rIns="45718" bIns="45718" anchor="t"/>
          <a:lstStyle>
            <a:lvl1pPr defTabSz="914400">
              <a:defRPr>
                <a:solidFill>
                  <a:srgbClr val="000000"/>
                </a:solidFill>
                <a:latin typeface="Gill Sans SemiBold"/>
                <a:ea typeface="Gill Sans SemiBold"/>
                <a:cs typeface="Gill Sans SemiBold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134947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-2" y="2541"/>
            <a:ext cx="263979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231166" name="Title Text"/>
          <p:cNvSpPr txBox="1">
            <a:spLocks noGrp="1"/>
          </p:cNvSpPr>
          <p:nvPr>
            <p:ph type="title"/>
          </p:nvPr>
        </p:nvSpPr>
        <p:spPr bwMode="auto">
          <a:xfrm>
            <a:off x="839787" y="17859"/>
            <a:ext cx="4992822" cy="1943895"/>
          </a:xfrm>
          <a:prstGeom prst="rect">
            <a:avLst/>
          </a:prstGeom>
        </p:spPr>
        <p:txBody>
          <a:bodyPr lIns="45718" tIns="45718" rIns="45718" bIns="45718"/>
          <a:lstStyle>
            <a:lvl1pPr>
              <a:defRPr sz="4000"/>
            </a:lvl1pPr>
          </a:lstStyle>
          <a:p>
            <a:pPr>
              <a:defRPr/>
            </a:pPr>
            <a:r>
              <a:t>Title Text</a:t>
            </a:r>
          </a:p>
        </p:txBody>
      </p:sp>
      <p:sp>
        <p:nvSpPr>
          <p:cNvPr id="41803410" name="Body Level One…"/>
          <p:cNvSpPr txBox="1">
            <a:spLocks noGrp="1"/>
          </p:cNvSpPr>
          <p:nvPr>
            <p:ph type="body" sz="half" idx="1"/>
          </p:nvPr>
        </p:nvSpPr>
        <p:spPr bwMode="auto">
          <a:xfrm>
            <a:off x="6091700" y="992187"/>
            <a:ext cx="5846500" cy="5582974"/>
          </a:xfrm>
          <a:prstGeom prst="rect">
            <a:avLst/>
          </a:prstGeom>
        </p:spPr>
        <p:txBody>
          <a:bodyPr lIns="45718" tIns="45718" rIns="45718" bIns="45718"/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defRPr>
                <a:solidFill>
                  <a:srgbClr val="000000"/>
                </a:solidFill>
              </a:defRPr>
            </a:lvl1pPr>
            <a:lvl2pPr marL="718457" indent="-261257"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buChar char="•"/>
              <a:defRPr>
                <a:solidFill>
                  <a:srgbClr val="000000"/>
                </a:solidFill>
              </a:defRPr>
            </a:lvl2pPr>
            <a:lvl3pPr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defRPr>
                <a:solidFill>
                  <a:srgbClr val="000000"/>
                </a:solidFill>
              </a:defRPr>
            </a:lvl3pPr>
            <a:lvl4pPr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buChar char="•"/>
              <a:defRPr>
                <a:solidFill>
                  <a:srgbClr val="000000"/>
                </a:solidFill>
              </a:defRPr>
            </a:lvl4pPr>
            <a:lvl5pPr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buChar char="•"/>
              <a:defRPr>
                <a:solidFill>
                  <a:srgbClr val="000000"/>
                </a:solidFill>
              </a:defRPr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499342656" name="Text Placeholder 3"/>
          <p:cNvSpPr>
            <a:spLocks noGrp="1"/>
          </p:cNvSpPr>
          <p:nvPr>
            <p:ph type="body" sz="half" idx="21"/>
          </p:nvPr>
        </p:nvSpPr>
        <p:spPr bwMode="auto">
          <a:xfrm>
            <a:off x="839787" y="2057400"/>
            <a:ext cx="4992821" cy="4407893"/>
          </a:xfrm>
          <a:prstGeom prst="rect">
            <a:avLst/>
          </a:prstGeom>
        </p:spPr>
        <p:txBody>
          <a:bodyPr lIns="45718" tIns="45718" rIns="45718" bIns="45718"/>
          <a:lstStyle/>
          <a:p>
            <a:pPr>
              <a:defRPr/>
            </a:pPr>
            <a:endParaRPr/>
          </a:p>
        </p:txBody>
      </p:sp>
      <p:sp>
        <p:nvSpPr>
          <p:cNvPr id="420694700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-2" y="5303"/>
            <a:ext cx="263979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Bild mit Überschrift-05-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710012" name="Title Text"/>
          <p:cNvSpPr txBox="1">
            <a:spLocks noGrp="1"/>
          </p:cNvSpPr>
          <p:nvPr>
            <p:ph type="title"/>
          </p:nvPr>
        </p:nvSpPr>
        <p:spPr bwMode="auto">
          <a:xfrm>
            <a:off x="839787" y="-2966"/>
            <a:ext cx="5203827" cy="1811820"/>
          </a:xfrm>
          <a:prstGeom prst="rect">
            <a:avLst/>
          </a:prstGeom>
        </p:spPr>
        <p:txBody>
          <a:bodyPr lIns="45718" tIns="45718" rIns="45718" bIns="45718"/>
          <a:lstStyle/>
          <a:p>
            <a:pPr>
              <a:defRPr/>
            </a:pPr>
            <a:r>
              <a:t>Title Text</a:t>
            </a:r>
          </a:p>
        </p:txBody>
      </p:sp>
      <p:sp>
        <p:nvSpPr>
          <p:cNvPr id="1207690499" name="Picture Placeholder 2"/>
          <p:cNvSpPr>
            <a:spLocks noGrp="1"/>
          </p:cNvSpPr>
          <p:nvPr>
            <p:ph type="pic" idx="21"/>
          </p:nvPr>
        </p:nvSpPr>
        <p:spPr bwMode="auto">
          <a:xfrm>
            <a:off x="6086011" y="-8136"/>
            <a:ext cx="6099111" cy="68742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9599602" name="Body Level One…"/>
          <p:cNvSpPr txBox="1">
            <a:spLocks noGrp="1"/>
          </p:cNvSpPr>
          <p:nvPr>
            <p:ph type="body" sz="half" idx="1"/>
          </p:nvPr>
        </p:nvSpPr>
        <p:spPr bwMode="auto">
          <a:xfrm>
            <a:off x="854272" y="1795131"/>
            <a:ext cx="4829905" cy="4748743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1pPr>
            <a:lvl2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2pPr>
            <a:lvl3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3pPr>
            <a:lvl4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4pPr>
            <a:lvl5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727155665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-5053"/>
            <a:ext cx="263978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Bild mit Überschrift-05-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547973" name="Title Text"/>
          <p:cNvSpPr txBox="1">
            <a:spLocks noGrp="1"/>
          </p:cNvSpPr>
          <p:nvPr>
            <p:ph type="title"/>
          </p:nvPr>
        </p:nvSpPr>
        <p:spPr bwMode="auto">
          <a:xfrm>
            <a:off x="6241520" y="-2966"/>
            <a:ext cx="5203827" cy="1811820"/>
          </a:xfrm>
          <a:prstGeom prst="rect">
            <a:avLst/>
          </a:prstGeom>
        </p:spPr>
        <p:txBody>
          <a:bodyPr lIns="45718" tIns="45718" rIns="45718" bIns="45718"/>
          <a:lstStyle>
            <a:lvl1pPr algn="r"/>
          </a:lstStyle>
          <a:p>
            <a:pPr>
              <a:defRPr/>
            </a:pPr>
            <a:r>
              <a:t>Title Text</a:t>
            </a:r>
          </a:p>
        </p:txBody>
      </p:sp>
      <p:sp>
        <p:nvSpPr>
          <p:cNvPr id="1281817798" name="Picture Placeholder 2"/>
          <p:cNvSpPr>
            <a:spLocks noGrp="1"/>
          </p:cNvSpPr>
          <p:nvPr>
            <p:ph type="pic" idx="21"/>
          </p:nvPr>
        </p:nvSpPr>
        <p:spPr bwMode="auto">
          <a:xfrm>
            <a:off x="-9989" y="-8136"/>
            <a:ext cx="6099111" cy="68742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62687" name="Body Level One…"/>
          <p:cNvSpPr txBox="1">
            <a:spLocks noGrp="1"/>
          </p:cNvSpPr>
          <p:nvPr>
            <p:ph type="body" sz="half" idx="1"/>
          </p:nvPr>
        </p:nvSpPr>
        <p:spPr bwMode="auto">
          <a:xfrm>
            <a:off x="6611606" y="1812065"/>
            <a:ext cx="4829905" cy="4748743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algn="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1pPr>
            <a:lvl2pPr marL="0" indent="0" algn="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2pPr>
            <a:lvl3pPr marL="0" indent="0" algn="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3pPr>
            <a:lvl4pPr marL="0" indent="0" algn="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4pPr>
            <a:lvl5pPr marL="0" indent="0" algn="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251971016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938000" y="-5053"/>
            <a:ext cx="263978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Bild mit Überschrift-03-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140172" name="Title Text"/>
          <p:cNvSpPr txBox="1">
            <a:spLocks noGrp="1"/>
          </p:cNvSpPr>
          <p:nvPr>
            <p:ph type="title"/>
          </p:nvPr>
        </p:nvSpPr>
        <p:spPr bwMode="auto">
          <a:xfrm>
            <a:off x="4282413" y="-2966"/>
            <a:ext cx="7162934" cy="1811820"/>
          </a:xfrm>
          <a:prstGeom prst="rect">
            <a:avLst/>
          </a:prstGeom>
        </p:spPr>
        <p:txBody>
          <a:bodyPr lIns="45718" tIns="45718" rIns="45718" bIns="45718"/>
          <a:lstStyle>
            <a:lvl1pPr algn="r"/>
          </a:lstStyle>
          <a:p>
            <a:pPr>
              <a:defRPr/>
            </a:pPr>
            <a:r>
              <a:t>Title Text</a:t>
            </a:r>
          </a:p>
        </p:txBody>
      </p:sp>
      <p:sp>
        <p:nvSpPr>
          <p:cNvPr id="773039000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-9989" y="-8136"/>
            <a:ext cx="4109114" cy="68742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09168353" name="Body Level One…"/>
          <p:cNvSpPr txBox="1">
            <a:spLocks noGrp="1"/>
          </p:cNvSpPr>
          <p:nvPr>
            <p:ph type="body" idx="1"/>
          </p:nvPr>
        </p:nvSpPr>
        <p:spPr bwMode="auto">
          <a:xfrm>
            <a:off x="4286249" y="1812065"/>
            <a:ext cx="7155262" cy="4748743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algn="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1pPr>
            <a:lvl2pPr marL="0" indent="0" algn="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2pPr>
            <a:lvl3pPr marL="0" indent="0" algn="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3pPr>
            <a:lvl4pPr marL="0" indent="0" algn="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4pPr>
            <a:lvl5pPr marL="0" indent="0" algn="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894350346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938000" y="-5053"/>
            <a:ext cx="263978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Bild mit Überschrift-07-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364968" name="Title Text"/>
          <p:cNvSpPr txBox="1">
            <a:spLocks noGrp="1"/>
          </p:cNvSpPr>
          <p:nvPr>
            <p:ph type="title"/>
          </p:nvPr>
        </p:nvSpPr>
        <p:spPr bwMode="auto">
          <a:xfrm>
            <a:off x="8126809" y="-2966"/>
            <a:ext cx="3318538" cy="1811820"/>
          </a:xfrm>
          <a:prstGeom prst="rect">
            <a:avLst/>
          </a:prstGeom>
        </p:spPr>
        <p:txBody>
          <a:bodyPr lIns="45718" tIns="45718" rIns="45718" bIns="45718"/>
          <a:lstStyle>
            <a:lvl1pPr algn="r"/>
          </a:lstStyle>
          <a:p>
            <a:pPr>
              <a:defRPr/>
            </a:pPr>
            <a:r>
              <a:t>Title Text</a:t>
            </a:r>
          </a:p>
        </p:txBody>
      </p:sp>
      <p:sp>
        <p:nvSpPr>
          <p:cNvPr id="46176058" name="Picture Placeholder 2"/>
          <p:cNvSpPr>
            <a:spLocks noGrp="1"/>
          </p:cNvSpPr>
          <p:nvPr>
            <p:ph type="pic" idx="21"/>
          </p:nvPr>
        </p:nvSpPr>
        <p:spPr bwMode="auto">
          <a:xfrm>
            <a:off x="-9989" y="-8136"/>
            <a:ext cx="8144009" cy="68742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84610563" name="Body Level One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130645" y="1812065"/>
            <a:ext cx="3310866" cy="4748743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algn="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1pPr>
            <a:lvl2pPr marL="0" indent="0" algn="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2pPr>
            <a:lvl3pPr marL="0" indent="0" algn="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3pPr>
            <a:lvl4pPr marL="0" indent="0" algn="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4pPr>
            <a:lvl5pPr marL="0" indent="0" algn="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291311072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938000" y="-5053"/>
            <a:ext cx="263978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Bild mit Überschrift-03-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515865" name="Title Text"/>
          <p:cNvSpPr txBox="1">
            <a:spLocks noGrp="1"/>
          </p:cNvSpPr>
          <p:nvPr>
            <p:ph type="title"/>
          </p:nvPr>
        </p:nvSpPr>
        <p:spPr bwMode="auto">
          <a:xfrm>
            <a:off x="777213" y="30901"/>
            <a:ext cx="7162934" cy="1811818"/>
          </a:xfrm>
          <a:prstGeom prst="rect">
            <a:avLst/>
          </a:prstGeom>
        </p:spPr>
        <p:txBody>
          <a:bodyPr lIns="45718" tIns="45718" rIns="45718" bIns="45718"/>
          <a:lstStyle/>
          <a:p>
            <a:pPr>
              <a:defRPr/>
            </a:pPr>
            <a:r>
              <a:t>Title Text</a:t>
            </a:r>
          </a:p>
        </p:txBody>
      </p:sp>
      <p:sp>
        <p:nvSpPr>
          <p:cNvPr id="1216609951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8101078" y="-8136"/>
            <a:ext cx="4109113" cy="68742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3708610" name="Body Level One…"/>
          <p:cNvSpPr txBox="1">
            <a:spLocks noGrp="1"/>
          </p:cNvSpPr>
          <p:nvPr>
            <p:ph type="body" idx="1"/>
          </p:nvPr>
        </p:nvSpPr>
        <p:spPr bwMode="auto">
          <a:xfrm>
            <a:off x="781049" y="1812065"/>
            <a:ext cx="7155262" cy="4748743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1pPr>
            <a:lvl2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2pPr>
            <a:lvl3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3pPr>
            <a:lvl4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4pPr>
            <a:lvl5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1773278606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-1" y="-5053"/>
            <a:ext cx="263979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Bild mit Überschrift-07-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383727" name="Title Text"/>
          <p:cNvSpPr txBox="1">
            <a:spLocks noGrp="1"/>
          </p:cNvSpPr>
          <p:nvPr>
            <p:ph type="title"/>
          </p:nvPr>
        </p:nvSpPr>
        <p:spPr bwMode="auto">
          <a:xfrm>
            <a:off x="777213" y="30901"/>
            <a:ext cx="3283283" cy="1811818"/>
          </a:xfrm>
          <a:prstGeom prst="rect">
            <a:avLst/>
          </a:prstGeom>
        </p:spPr>
        <p:txBody>
          <a:bodyPr lIns="45718" tIns="45718" rIns="45718" bIns="45718"/>
          <a:lstStyle/>
          <a:p>
            <a:pPr>
              <a:defRPr/>
            </a:pPr>
            <a:r>
              <a:t>Title Text</a:t>
            </a:r>
          </a:p>
        </p:txBody>
      </p:sp>
      <p:sp>
        <p:nvSpPr>
          <p:cNvPr id="1557285081" name="Picture Placeholder 2"/>
          <p:cNvSpPr>
            <a:spLocks noGrp="1"/>
          </p:cNvSpPr>
          <p:nvPr>
            <p:ph type="pic" idx="21"/>
          </p:nvPr>
        </p:nvSpPr>
        <p:spPr bwMode="auto">
          <a:xfrm>
            <a:off x="4028743" y="-8136"/>
            <a:ext cx="8181448" cy="68742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564144" name="Body Level One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781049" y="1812065"/>
            <a:ext cx="3275610" cy="4748743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1pPr>
            <a:lvl2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2pPr>
            <a:lvl3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3pPr>
            <a:lvl4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4pPr>
            <a:lvl5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100">
                <a:solidFill>
                  <a:srgbClr val="000000"/>
                </a:solidFill>
              </a:defRPr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795763689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-1" y="-5053"/>
            <a:ext cx="263979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659534" name="Title Text"/>
          <p:cNvSpPr txBox="1">
            <a:spLocks noGrp="1"/>
          </p:cNvSpPr>
          <p:nvPr>
            <p:ph type="title"/>
          </p:nvPr>
        </p:nvSpPr>
        <p:spPr bwMode="auto">
          <a:xfrm>
            <a:off x="838200" y="9525"/>
            <a:ext cx="10515600" cy="1325563"/>
          </a:xfrm>
          <a:prstGeom prst="rect">
            <a:avLst/>
          </a:prstGeom>
        </p:spPr>
        <p:txBody>
          <a:bodyPr lIns="45718" tIns="45718" rIns="45718" bIns="45718"/>
          <a:lstStyle>
            <a:lvl1pPr>
              <a:defRPr sz="4400"/>
            </a:lvl1pPr>
          </a:lstStyle>
          <a:p>
            <a:pPr>
              <a:defRPr/>
            </a:pPr>
            <a:r>
              <a:t>Title Text</a:t>
            </a:r>
          </a:p>
        </p:txBody>
      </p:sp>
      <p:sp>
        <p:nvSpPr>
          <p:cNvPr id="1481687763" name="Body Level One…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 lIns="45718" tIns="45718" rIns="45718" bIns="45718"/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defRPr sz="2800">
                <a:solidFill>
                  <a:srgbClr val="000000"/>
                </a:solidFill>
              </a:defRPr>
            </a:lvl1pPr>
            <a:lvl2pPr marL="723900" indent="-266700"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buChar char="•"/>
              <a:defRPr sz="2800">
                <a:solidFill>
                  <a:srgbClr val="000000"/>
                </a:solidFill>
              </a:defRPr>
            </a:lvl2pPr>
            <a:lvl3pPr marL="1234438" indent="-320038"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defRPr sz="2800">
                <a:solidFill>
                  <a:srgbClr val="000000"/>
                </a:solidFill>
              </a:defRPr>
            </a:lvl3pPr>
            <a:lvl4pPr marL="1727199" indent="-355600"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buChar char="•"/>
              <a:defRPr sz="2800">
                <a:solidFill>
                  <a:srgbClr val="000000"/>
                </a:solidFill>
              </a:defRPr>
            </a:lvl4pPr>
            <a:lvl5pPr marL="2184400" indent="-355600"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buChar char="•"/>
              <a:defRPr sz="2800">
                <a:solidFill>
                  <a:srgbClr val="000000"/>
                </a:solidFill>
              </a:defRPr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839915915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2541"/>
            <a:ext cx="263978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439099" name="Title Text"/>
          <p:cNvSpPr txBox="1">
            <a:spLocks noGrp="1"/>
          </p:cNvSpPr>
          <p:nvPr>
            <p:ph type="title"/>
          </p:nvPr>
        </p:nvSpPr>
        <p:spPr bwMode="auto">
          <a:xfrm>
            <a:off x="9571566" y="523081"/>
            <a:ext cx="2628901" cy="5811838"/>
          </a:xfrm>
          <a:prstGeom prst="rect">
            <a:avLst/>
          </a:prstGeom>
        </p:spPr>
        <p:txBody>
          <a:bodyPr vert="eaVert" lIns="45718" tIns="45718" rIns="45718" bIns="45718"/>
          <a:lstStyle>
            <a:lvl1pPr>
              <a:defRPr sz="4400"/>
            </a:lvl1pPr>
          </a:lstStyle>
          <a:p>
            <a:pPr>
              <a:defRPr/>
            </a:pPr>
            <a:r>
              <a:t>Title Text</a:t>
            </a:r>
          </a:p>
        </p:txBody>
      </p:sp>
      <p:sp>
        <p:nvSpPr>
          <p:cNvPr id="1031740133" name="Body Level One…"/>
          <p:cNvSpPr txBox="1">
            <a:spLocks noGrp="1"/>
          </p:cNvSpPr>
          <p:nvPr>
            <p:ph type="body" idx="1"/>
          </p:nvPr>
        </p:nvSpPr>
        <p:spPr bwMode="auto"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 lIns="45718" tIns="45718" rIns="45718" bIns="45718"/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defRPr sz="2800">
                <a:solidFill>
                  <a:srgbClr val="000000"/>
                </a:solidFill>
              </a:defRPr>
            </a:lvl1pPr>
            <a:lvl2pPr marL="723900" indent="-266700"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buChar char="•"/>
              <a:defRPr sz="2800">
                <a:solidFill>
                  <a:srgbClr val="000000"/>
                </a:solidFill>
              </a:defRPr>
            </a:lvl2pPr>
            <a:lvl3pPr marL="1234438" indent="-320038"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defRPr sz="2800">
                <a:solidFill>
                  <a:srgbClr val="000000"/>
                </a:solidFill>
              </a:defRPr>
            </a:lvl3pPr>
            <a:lvl4pPr marL="1727199" indent="-355600"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buChar char="•"/>
              <a:defRPr sz="2800">
                <a:solidFill>
                  <a:srgbClr val="000000"/>
                </a:solidFill>
              </a:defRPr>
            </a:lvl4pPr>
            <a:lvl5pPr marL="2184400" indent="-355600"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buChar char="•"/>
              <a:defRPr sz="2800">
                <a:solidFill>
                  <a:srgbClr val="000000"/>
                </a:solidFill>
              </a:defRPr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1646456644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2541"/>
            <a:ext cx="263978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3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858629" name="Picture Placeholder 5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12192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25370956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-2" y="6588759"/>
            <a:ext cx="265023" cy="269239"/>
          </a:xfrm>
          <a:prstGeom prst="rect">
            <a:avLst/>
          </a:prstGeom>
        </p:spPr>
        <p:txBody>
          <a:bodyPr lIns="45718" tIns="45718" rIns="45718" bIns="45718" anchor="t"/>
          <a:lstStyle>
            <a:lvl1pPr defTabSz="914400">
              <a:defRPr>
                <a:solidFill>
                  <a:srgbClr val="000000"/>
                </a:solidFill>
                <a:latin typeface="Gill Sans SemiBold"/>
                <a:ea typeface="Gill Sans SemiBold"/>
                <a:cs typeface="Gill Sans SemiBold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19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860981" name="Picture Placeholder 4"/>
          <p:cNvSpPr>
            <a:spLocks noGrp="1"/>
          </p:cNvSpPr>
          <p:nvPr>
            <p:ph type="pic" idx="21"/>
          </p:nvPr>
        </p:nvSpPr>
        <p:spPr bwMode="auto">
          <a:xfrm>
            <a:off x="1546455" y="0"/>
            <a:ext cx="8999137" cy="475361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44022930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-50671" y="6587745"/>
            <a:ext cx="265022" cy="269239"/>
          </a:xfrm>
          <a:prstGeom prst="rect">
            <a:avLst/>
          </a:prstGeom>
        </p:spPr>
        <p:txBody>
          <a:bodyPr lIns="45718" tIns="45718" rIns="45718" bIns="45718" anchor="t"/>
          <a:lstStyle>
            <a:lvl1pPr defTabSz="914400">
              <a:defRPr>
                <a:solidFill>
                  <a:srgbClr val="000000"/>
                </a:solidFill>
                <a:latin typeface="Gill Sans SemiBold"/>
                <a:ea typeface="Gill Sans SemiBold"/>
                <a:cs typeface="Gill Sans SemiBold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43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17433" name="Picture Placeholder 6"/>
          <p:cNvSpPr>
            <a:spLocks noGrp="1"/>
          </p:cNvSpPr>
          <p:nvPr>
            <p:ph type="pic" sz="quarter" idx="21"/>
          </p:nvPr>
        </p:nvSpPr>
        <p:spPr bwMode="auto">
          <a:xfrm>
            <a:off x="5448300" y="762000"/>
            <a:ext cx="1295400" cy="140195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10216582" name="Picture Placeholder 7"/>
          <p:cNvSpPr>
            <a:spLocks noGrp="1"/>
          </p:cNvSpPr>
          <p:nvPr>
            <p:ph type="pic" sz="quarter" idx="22"/>
          </p:nvPr>
        </p:nvSpPr>
        <p:spPr bwMode="auto">
          <a:xfrm>
            <a:off x="5448300" y="2728022"/>
            <a:ext cx="1295400" cy="140195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0826713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5448300" y="4694044"/>
            <a:ext cx="1295400" cy="140195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817644591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6588759"/>
            <a:ext cx="265022" cy="269239"/>
          </a:xfrm>
          <a:prstGeom prst="rect">
            <a:avLst/>
          </a:prstGeom>
        </p:spPr>
        <p:txBody>
          <a:bodyPr lIns="45718" tIns="45718" rIns="45718" bIns="45718" anchor="t"/>
          <a:lstStyle>
            <a:lvl1pPr defTabSz="914400">
              <a:defRPr>
                <a:solidFill>
                  <a:srgbClr val="000000"/>
                </a:solidFill>
                <a:latin typeface="Gill Sans SemiBold"/>
                <a:ea typeface="Gill Sans SemiBold"/>
                <a:cs typeface="Gill Sans SemiBold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44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417931" name="Picture Placeholder 6"/>
          <p:cNvSpPr>
            <a:spLocks noGrp="1"/>
          </p:cNvSpPr>
          <p:nvPr>
            <p:ph type="pic" sz="quarter" idx="21"/>
          </p:nvPr>
        </p:nvSpPr>
        <p:spPr bwMode="auto">
          <a:xfrm>
            <a:off x="5448300" y="762000"/>
            <a:ext cx="1295400" cy="140195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7385613" name="Picture Placeholder 4"/>
          <p:cNvSpPr>
            <a:spLocks noGrp="1"/>
          </p:cNvSpPr>
          <p:nvPr>
            <p:ph type="pic" sz="quarter" idx="22"/>
          </p:nvPr>
        </p:nvSpPr>
        <p:spPr bwMode="auto">
          <a:xfrm>
            <a:off x="5022272" y="2734542"/>
            <a:ext cx="2147456" cy="2324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0203774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-2" y="6588759"/>
            <a:ext cx="265023" cy="269239"/>
          </a:xfrm>
          <a:prstGeom prst="rect">
            <a:avLst/>
          </a:prstGeom>
        </p:spPr>
        <p:txBody>
          <a:bodyPr lIns="45718" tIns="45718" rIns="45718" bIns="45718" anchor="t"/>
          <a:lstStyle>
            <a:lvl1pPr defTabSz="914400">
              <a:defRPr>
                <a:solidFill>
                  <a:srgbClr val="000000"/>
                </a:solidFill>
                <a:latin typeface="Gill Sans SemiBold"/>
                <a:ea typeface="Gill Sans SemiBold"/>
                <a:cs typeface="Gill Sans SemiBold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24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89241" name="Picture Placeholder 3"/>
          <p:cNvSpPr>
            <a:spLocks noGrp="1"/>
          </p:cNvSpPr>
          <p:nvPr>
            <p:ph type="pic" idx="21"/>
          </p:nvPr>
        </p:nvSpPr>
        <p:spPr bwMode="auto">
          <a:xfrm>
            <a:off x="0" y="1"/>
            <a:ext cx="12192000" cy="34290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2606853" name="Body Level One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943804" y="3860800"/>
            <a:ext cx="10304391" cy="1503364"/>
          </a:xfrm>
          <a:prstGeom prst="rect">
            <a:avLst/>
          </a:prstGeom>
        </p:spPr>
        <p:txBody>
          <a:bodyPr anchor="ctr"/>
          <a:lstStyle>
            <a:lvl1pPr marL="0" indent="0" algn="ctr" defTabSz="914400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5200">
                <a:solidFill>
                  <a:srgbClr val="000000"/>
                </a:solidFill>
              </a:defRPr>
            </a:lvl1pPr>
            <a:lvl2pPr marL="987877" indent="-530677" algn="ctr" defTabSz="914400">
              <a:lnSpc>
                <a:spcPct val="90000"/>
              </a:lnSpc>
              <a:spcBef>
                <a:spcPts val="0"/>
              </a:spcBef>
              <a:buClrTx/>
              <a:buFontTx/>
              <a:defRPr sz="5200">
                <a:solidFill>
                  <a:srgbClr val="000000"/>
                </a:solidFill>
              </a:defRPr>
            </a:lvl2pPr>
            <a:lvl3pPr marL="1409700" indent="-495300" algn="ctr" defTabSz="914400">
              <a:lnSpc>
                <a:spcPct val="90000"/>
              </a:lnSpc>
              <a:spcBef>
                <a:spcPts val="0"/>
              </a:spcBef>
              <a:buClrTx/>
              <a:buFontTx/>
              <a:defRPr sz="5200">
                <a:solidFill>
                  <a:srgbClr val="000000"/>
                </a:solidFill>
              </a:defRPr>
            </a:lvl3pPr>
            <a:lvl4pPr marL="1965960" indent="-594360" algn="ctr" defTabSz="914400">
              <a:lnSpc>
                <a:spcPct val="90000"/>
              </a:lnSpc>
              <a:spcBef>
                <a:spcPts val="0"/>
              </a:spcBef>
              <a:buClrTx/>
              <a:buFontTx/>
              <a:defRPr sz="5200">
                <a:solidFill>
                  <a:srgbClr val="000000"/>
                </a:solidFill>
              </a:defRPr>
            </a:lvl4pPr>
            <a:lvl5pPr marL="2423160" indent="-594360" algn="ctr" defTabSz="914400">
              <a:lnSpc>
                <a:spcPct val="90000"/>
              </a:lnSpc>
              <a:spcBef>
                <a:spcPts val="0"/>
              </a:spcBef>
              <a:buClrTx/>
              <a:buFontTx/>
              <a:defRPr sz="5200">
                <a:solidFill>
                  <a:srgbClr val="000000"/>
                </a:solidFill>
              </a:defRPr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2093277811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6587745"/>
            <a:ext cx="265022" cy="269239"/>
          </a:xfrm>
          <a:prstGeom prst="rect">
            <a:avLst/>
          </a:prstGeom>
        </p:spPr>
        <p:txBody>
          <a:bodyPr lIns="45718" tIns="45718" rIns="45718" bIns="45718" anchor="t"/>
          <a:lstStyle>
            <a:lvl1pPr defTabSz="914400">
              <a:defRPr>
                <a:solidFill>
                  <a:srgbClr val="000000"/>
                </a:solidFill>
                <a:latin typeface="Gill Sans SemiBold"/>
                <a:ea typeface="Gill Sans SemiBold"/>
                <a:cs typeface="Gill Sans SemiBold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1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382987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6794982" y="506117"/>
            <a:ext cx="2867553" cy="28675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79032776" name="Picture Placeholder 3"/>
          <p:cNvSpPr>
            <a:spLocks noGrp="1"/>
          </p:cNvSpPr>
          <p:nvPr>
            <p:ph type="pic" sz="quarter" idx="22"/>
          </p:nvPr>
        </p:nvSpPr>
        <p:spPr bwMode="auto">
          <a:xfrm>
            <a:off x="8707417" y="2446008"/>
            <a:ext cx="2867552" cy="28675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21881402" name="Picture Placeholder 3"/>
          <p:cNvSpPr>
            <a:spLocks noGrp="1"/>
          </p:cNvSpPr>
          <p:nvPr>
            <p:ph type="pic" sz="quarter" idx="23"/>
          </p:nvPr>
        </p:nvSpPr>
        <p:spPr bwMode="auto">
          <a:xfrm>
            <a:off x="4882548" y="-1433775"/>
            <a:ext cx="2867553" cy="28675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817711826" name="Picture Placeholder 3"/>
          <p:cNvSpPr>
            <a:spLocks noGrp="1"/>
          </p:cNvSpPr>
          <p:nvPr>
            <p:ph type="pic" sz="quarter" idx="24"/>
          </p:nvPr>
        </p:nvSpPr>
        <p:spPr bwMode="auto">
          <a:xfrm>
            <a:off x="10625425" y="506117"/>
            <a:ext cx="2867553" cy="28675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45862329" name="Picture Placeholder 3"/>
          <p:cNvSpPr>
            <a:spLocks noGrp="1"/>
          </p:cNvSpPr>
          <p:nvPr>
            <p:ph type="pic" sz="quarter" idx="25"/>
          </p:nvPr>
        </p:nvSpPr>
        <p:spPr bwMode="auto">
          <a:xfrm>
            <a:off x="8707417" y="-1433775"/>
            <a:ext cx="2867552" cy="28675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4395093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6588759"/>
            <a:ext cx="265022" cy="269239"/>
          </a:xfrm>
          <a:prstGeom prst="rect">
            <a:avLst/>
          </a:prstGeom>
        </p:spPr>
        <p:txBody>
          <a:bodyPr lIns="45718" tIns="45718" rIns="45718" bIns="45718" anchor="t"/>
          <a:lstStyle>
            <a:lvl1pPr defTabSz="914400">
              <a:defRPr>
                <a:solidFill>
                  <a:srgbClr val="000000"/>
                </a:solidFill>
                <a:latin typeface="Gill Sans SemiBold"/>
                <a:ea typeface="Gill Sans SemiBold"/>
                <a:cs typeface="Gill Sans SemiBold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18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846539" name="Picture Placeholder 3"/>
          <p:cNvSpPr>
            <a:spLocks noGrp="1"/>
          </p:cNvSpPr>
          <p:nvPr>
            <p:ph type="pic" sz="half" idx="21"/>
          </p:nvPr>
        </p:nvSpPr>
        <p:spPr bwMode="auto">
          <a:xfrm>
            <a:off x="-386460" y="1260375"/>
            <a:ext cx="4397259" cy="433645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4442751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6588759"/>
            <a:ext cx="265022" cy="269239"/>
          </a:xfrm>
          <a:prstGeom prst="rect">
            <a:avLst/>
          </a:prstGeom>
        </p:spPr>
        <p:txBody>
          <a:bodyPr lIns="45718" tIns="45718" rIns="45718" bIns="45718" anchor="t"/>
          <a:lstStyle>
            <a:lvl1pPr defTabSz="914400">
              <a:defRPr>
                <a:solidFill>
                  <a:srgbClr val="000000"/>
                </a:solidFill>
                <a:latin typeface="Gill Sans SemiBold"/>
                <a:ea typeface="Gill Sans SemiBold"/>
                <a:cs typeface="Gill Sans SemiBold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13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355809" name="Picture Placeholder 6"/>
          <p:cNvSpPr>
            <a:spLocks noGrp="1"/>
          </p:cNvSpPr>
          <p:nvPr>
            <p:ph type="pic" sz="half" idx="21"/>
          </p:nvPr>
        </p:nvSpPr>
        <p:spPr bwMode="auto">
          <a:xfrm>
            <a:off x="1325281" y="-3"/>
            <a:ext cx="5195131" cy="467489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5275856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-2" y="6588759"/>
            <a:ext cx="265023" cy="269239"/>
          </a:xfrm>
          <a:prstGeom prst="rect">
            <a:avLst/>
          </a:prstGeom>
        </p:spPr>
        <p:txBody>
          <a:bodyPr lIns="45718" tIns="45718" rIns="45718" bIns="45718" anchor="t"/>
          <a:lstStyle>
            <a:lvl1pPr defTabSz="914400">
              <a:defRPr>
                <a:solidFill>
                  <a:srgbClr val="000000"/>
                </a:solidFill>
                <a:latin typeface="Gill Sans SemiBold"/>
                <a:ea typeface="Gill Sans SemiBold"/>
                <a:cs typeface="Gill Sans SemiBold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26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258332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790700" y="1"/>
            <a:ext cx="4305300" cy="237249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33992075" name="Picture Placeholder 4"/>
          <p:cNvSpPr>
            <a:spLocks noGrp="1"/>
          </p:cNvSpPr>
          <p:nvPr>
            <p:ph type="pic" sz="quarter" idx="22"/>
          </p:nvPr>
        </p:nvSpPr>
        <p:spPr bwMode="auto">
          <a:xfrm>
            <a:off x="1790700" y="4485504"/>
            <a:ext cx="4305300" cy="237249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43181477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-2" y="6588759"/>
            <a:ext cx="265023" cy="269239"/>
          </a:xfrm>
          <a:prstGeom prst="rect">
            <a:avLst/>
          </a:prstGeom>
        </p:spPr>
        <p:txBody>
          <a:bodyPr lIns="45718" tIns="45718" rIns="45718" bIns="45718" anchor="t"/>
          <a:lstStyle>
            <a:lvl1pPr defTabSz="914400">
              <a:defRPr>
                <a:solidFill>
                  <a:srgbClr val="000000"/>
                </a:solidFill>
                <a:latin typeface="Gill Sans SemiBold"/>
                <a:ea typeface="Gill Sans SemiBold"/>
                <a:cs typeface="Gill Sans SemiBold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7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27729" name="Picture Placeholder 4"/>
          <p:cNvSpPr>
            <a:spLocks noGrp="1"/>
          </p:cNvSpPr>
          <p:nvPr>
            <p:ph type="pic" sz="half" idx="21"/>
          </p:nvPr>
        </p:nvSpPr>
        <p:spPr bwMode="auto">
          <a:xfrm>
            <a:off x="6096001" y="1219146"/>
            <a:ext cx="4305302" cy="44197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6530931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6588759"/>
            <a:ext cx="265022" cy="269239"/>
          </a:xfrm>
          <a:prstGeom prst="rect">
            <a:avLst/>
          </a:prstGeom>
        </p:spPr>
        <p:txBody>
          <a:bodyPr lIns="45718" tIns="45718" rIns="45718" bIns="45718" anchor="t"/>
          <a:lstStyle>
            <a:lvl1pPr defTabSz="914400">
              <a:defRPr>
                <a:solidFill>
                  <a:srgbClr val="000000"/>
                </a:solidFill>
                <a:latin typeface="Gill Sans SemiBold"/>
                <a:ea typeface="Gill Sans SemiBold"/>
                <a:cs typeface="Gill Sans SemiBold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63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94108" name="Picture Placeholder 2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41673501" name="Picture Placeholder 2"/>
          <p:cNvSpPr>
            <a:spLocks noGrp="1"/>
          </p:cNvSpPr>
          <p:nvPr>
            <p:ph type="pic" sz="quarter" idx="22"/>
          </p:nvPr>
        </p:nvSpPr>
        <p:spPr bwMode="auto">
          <a:xfrm>
            <a:off x="7304182" y="1717587"/>
            <a:ext cx="3097118" cy="342282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349736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6588759"/>
            <a:ext cx="265022" cy="269239"/>
          </a:xfrm>
          <a:prstGeom prst="rect">
            <a:avLst/>
          </a:prstGeom>
        </p:spPr>
        <p:txBody>
          <a:bodyPr lIns="45718" tIns="45718" rIns="45718" bIns="45718" anchor="t"/>
          <a:lstStyle>
            <a:lvl1pPr defTabSz="914400">
              <a:defRPr>
                <a:solidFill>
                  <a:srgbClr val="000000"/>
                </a:solidFill>
                <a:latin typeface="Gill Sans SemiBold"/>
                <a:ea typeface="Gill Sans SemiBold"/>
                <a:cs typeface="Gill Sans SemiBold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Title and 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140928" name="Title Text"/>
          <p:cNvSpPr txBox="1">
            <a:spLocks noGrp="1"/>
          </p:cNvSpPr>
          <p:nvPr>
            <p:ph type="title"/>
          </p:nvPr>
        </p:nvSpPr>
        <p:spPr bwMode="auto">
          <a:xfrm>
            <a:off x="609600" y="274636"/>
            <a:ext cx="10972800" cy="1143001"/>
          </a:xfrm>
          <a:prstGeom prst="rect">
            <a:avLst/>
          </a:prstGeom>
        </p:spPr>
        <p:txBody>
          <a:bodyPr lIns="91423" tIns="91423" rIns="91423" bIns="91423" anchor="b"/>
          <a:lstStyle>
            <a:lvl1pPr>
              <a:defRPr sz="4400">
                <a:latin typeface="Calibri"/>
                <a:ea typeface="Calibri"/>
                <a:cs typeface="Calibri"/>
              </a:defRPr>
            </a:lvl1pPr>
          </a:lstStyle>
          <a:p>
            <a:pPr>
              <a:defRPr/>
            </a:pPr>
            <a:r>
              <a:t>Title Text</a:t>
            </a:r>
          </a:p>
        </p:txBody>
      </p:sp>
      <p:sp>
        <p:nvSpPr>
          <p:cNvPr id="800336358" name="Body Level One…"/>
          <p:cNvSpPr txBox="1"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967573"/>
          </a:xfrm>
          <a:prstGeom prst="rect">
            <a:avLst/>
          </a:prstGeom>
        </p:spPr>
        <p:txBody>
          <a:bodyPr lIns="91423" tIns="91423" rIns="91423" bIns="91423"/>
          <a:lstStyle>
            <a:lvl1pPr marL="228593" indent="-50799" defTabSz="914400">
              <a:lnSpc>
                <a:spcPct val="90000"/>
              </a:lnSpc>
              <a:spcBef>
                <a:spcPts val="0"/>
              </a:spcBef>
              <a:buFont typeface="Arial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marL="698482" indent="-88897" defTabSz="914400">
              <a:lnSpc>
                <a:spcPct val="90000"/>
              </a:lnSpc>
              <a:spcBef>
                <a:spcPts val="0"/>
              </a:spcBef>
              <a:buFont typeface="Arial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marL="1183609" indent="-142235" defTabSz="914400">
              <a:lnSpc>
                <a:spcPct val="90000"/>
              </a:lnSpc>
              <a:spcBef>
                <a:spcPts val="0"/>
              </a:spcBef>
              <a:buFont typeface="Arial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marL="1663657" indent="-177795" defTabSz="914400">
              <a:lnSpc>
                <a:spcPct val="90000"/>
              </a:lnSpc>
              <a:spcBef>
                <a:spcPts val="0"/>
              </a:spcBef>
              <a:buSzPct val="96428"/>
              <a:buFont typeface="Arial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marL="2120847" indent="-177795" defTabSz="914400">
              <a:lnSpc>
                <a:spcPct val="90000"/>
              </a:lnSpc>
              <a:spcBef>
                <a:spcPts val="0"/>
              </a:spcBef>
              <a:buSzPct val="96428"/>
              <a:buFont typeface="Arial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1271516407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775590" y="6417650"/>
            <a:ext cx="365066" cy="355665"/>
          </a:xfrm>
          <a:prstGeom prst="rect">
            <a:avLst/>
          </a:prstGeom>
        </p:spPr>
        <p:txBody>
          <a:bodyPr lIns="91423" tIns="91423" rIns="91423" bIns="91423"/>
          <a:lstStyle>
            <a:lvl1pPr algn="r" defTabSz="914400">
              <a:defRPr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866373" name="Title Text"/>
          <p:cNvSpPr txBox="1">
            <a:spLocks noGrp="1"/>
          </p:cNvSpPr>
          <p:nvPr>
            <p:ph type="title"/>
          </p:nvPr>
        </p:nvSpPr>
        <p:spPr bwMode="auto">
          <a:xfrm>
            <a:off x="839787" y="457200"/>
            <a:ext cx="3932239" cy="1600200"/>
          </a:xfrm>
          <a:prstGeom prst="rect">
            <a:avLst/>
          </a:prstGeom>
        </p:spPr>
        <p:txBody>
          <a:bodyPr lIns="45719" tIns="45719" rIns="45719" bIns="45719" anchor="b"/>
          <a:lstStyle>
            <a:lvl1pPr>
              <a:defRPr sz="3200">
                <a:latin typeface="Calibri Light"/>
                <a:ea typeface="Calibri Light"/>
                <a:cs typeface="Calibri Light"/>
              </a:defRPr>
            </a:lvl1pPr>
          </a:lstStyle>
          <a:p>
            <a:pPr>
              <a:defRPr/>
            </a:pPr>
            <a:r>
              <a:t>Title Text</a:t>
            </a:r>
          </a:p>
        </p:txBody>
      </p:sp>
      <p:sp>
        <p:nvSpPr>
          <p:cNvPr id="775619472" name="Body Level One…"/>
          <p:cNvSpPr txBox="1">
            <a:spLocks noGrp="1"/>
          </p:cNvSpPr>
          <p:nvPr>
            <p:ph type="body" sz="half" idx="1"/>
          </p:nvPr>
        </p:nvSpPr>
        <p:spPr bwMode="auto">
          <a:xfrm>
            <a:off x="5183187" y="987425"/>
            <a:ext cx="6172201" cy="4873625"/>
          </a:xfrm>
          <a:prstGeom prst="rect">
            <a:avLst/>
          </a:prstGeom>
        </p:spPr>
        <p:txBody>
          <a:bodyPr lIns="45719" tIns="45719" rIns="45719" bIns="45719"/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marL="718457" indent="-261257"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buChar char="•"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buChar char="•"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buChar char="•"/>
              <a:defRPr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412608606" name="Textplatzhalter 3"/>
          <p:cNvSpPr>
            <a:spLocks noGrp="1"/>
          </p:cNvSpPr>
          <p:nvPr>
            <p:ph type="body" sz="quarter" idx="21"/>
          </p:nvPr>
        </p:nvSpPr>
        <p:spPr bwMode="auto">
          <a:xfrm>
            <a:off x="839787" y="2057400"/>
            <a:ext cx="3932238" cy="3811588"/>
          </a:xfrm>
          <a:prstGeom prst="rect">
            <a:avLst/>
          </a:prstGeom>
        </p:spPr>
        <p:txBody>
          <a:bodyPr lIns="45719" tIns="45719" rIns="45719" bIns="45719"/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/>
          </a:p>
        </p:txBody>
      </p:sp>
      <p:sp>
        <p:nvSpPr>
          <p:cNvPr id="1560733065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089818" y="6404292"/>
            <a:ext cx="263983" cy="269241"/>
          </a:xfrm>
          <a:prstGeom prst="rect">
            <a:avLst/>
          </a:prstGeom>
        </p:spPr>
        <p:txBody>
          <a:bodyPr lIns="45719" tIns="45719" rIns="45719" bIns="45719"/>
          <a:lstStyle>
            <a:lvl1pPr algn="r" defTabSz="914400">
              <a:defRPr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280491" name="Title Text"/>
          <p:cNvSpPr txBox="1"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</p:spPr>
        <p:txBody>
          <a:bodyPr lIns="45719" tIns="45719" rIns="45719" bIns="45719" anchor="b"/>
          <a:lstStyle>
            <a:lvl1pPr>
              <a:defRPr sz="6000">
                <a:latin typeface="Calibri Light"/>
                <a:ea typeface="Calibri Light"/>
                <a:cs typeface="Calibri Light"/>
              </a:defRPr>
            </a:lvl1pPr>
          </a:lstStyle>
          <a:p>
            <a:pPr>
              <a:defRPr/>
            </a:pPr>
            <a:r>
              <a:t>Title Text</a:t>
            </a:r>
          </a:p>
        </p:txBody>
      </p:sp>
      <p:sp>
        <p:nvSpPr>
          <p:cNvPr id="650067737" name="Body Level One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1850" y="4589462"/>
            <a:ext cx="10515600" cy="1500188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indent="45720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indent="91440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indent="137160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indent="1828800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1677051773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089818" y="6404292"/>
            <a:ext cx="263983" cy="269241"/>
          </a:xfrm>
          <a:prstGeom prst="rect">
            <a:avLst/>
          </a:prstGeom>
        </p:spPr>
        <p:txBody>
          <a:bodyPr lIns="45719" tIns="45719" rIns="45719" bIns="45719"/>
          <a:lstStyle>
            <a:lvl1pPr algn="r" defTabSz="914400">
              <a:defRPr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962706" name="Title Text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 sz="4400">
                <a:latin typeface="Calibri Light"/>
                <a:ea typeface="Calibri Light"/>
                <a:cs typeface="Calibri Light"/>
              </a:defRPr>
            </a:lvl1pPr>
          </a:lstStyle>
          <a:p>
            <a:pPr>
              <a:defRPr/>
            </a:pPr>
            <a:r>
              <a:t>Title Text</a:t>
            </a:r>
          </a:p>
        </p:txBody>
      </p:sp>
      <p:sp>
        <p:nvSpPr>
          <p:cNvPr id="1182798623" name="Body Level One…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lIns="45719" tIns="45719" rIns="45719" bIns="45719"/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marL="723900" indent="-266700"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marL="1234439" indent="-320039"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marL="1727199" indent="-355600"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marL="2184400" indent="-355600" defTabSz="914400">
              <a:lnSpc>
                <a:spcPct val="90000"/>
              </a:lnSpc>
              <a:spcBef>
                <a:spcPts val="1000"/>
              </a:spcBef>
              <a:buClrTx/>
              <a:buFont typeface="Arial"/>
              <a:buChar char="•"/>
              <a:defRPr sz="2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601330558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089818" y="6404292"/>
            <a:ext cx="263983" cy="269241"/>
          </a:xfrm>
          <a:prstGeom prst="rect">
            <a:avLst/>
          </a:prstGeom>
        </p:spPr>
        <p:txBody>
          <a:bodyPr lIns="45719" tIns="45719" rIns="45719" bIns="45719"/>
          <a:lstStyle>
            <a:lvl1pPr algn="r" defTabSz="914400">
              <a:defRPr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959085" name="Title Text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 sz="4400">
                <a:latin typeface="Calibri Light"/>
                <a:ea typeface="Calibri Light"/>
                <a:cs typeface="Calibri Light"/>
              </a:defRPr>
            </a:lvl1pPr>
          </a:lstStyle>
          <a:p>
            <a:pPr>
              <a:defRPr/>
            </a:pPr>
            <a:r>
              <a:t>Title Text</a:t>
            </a:r>
          </a:p>
        </p:txBody>
      </p:sp>
      <p:sp>
        <p:nvSpPr>
          <p:cNvPr id="2051162304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089818" y="6404292"/>
            <a:ext cx="263983" cy="269241"/>
          </a:xfrm>
          <a:prstGeom prst="rect">
            <a:avLst/>
          </a:prstGeom>
        </p:spPr>
        <p:txBody>
          <a:bodyPr lIns="45719" tIns="45719" rIns="45719" bIns="45719"/>
          <a:lstStyle>
            <a:lvl1pPr algn="r" defTabSz="914400">
              <a:defRPr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094322" name="Title Text"/>
          <p:cNvSpPr txBox="1">
            <a:spLocks noGrp="1"/>
          </p:cNvSpPr>
          <p:nvPr>
            <p:ph type="title"/>
          </p:nvPr>
        </p:nvSpPr>
        <p:spPr bwMode="auto">
          <a:xfrm>
            <a:off x="1524000" y="1122362"/>
            <a:ext cx="9144000" cy="2387601"/>
          </a:xfrm>
          <a:prstGeom prst="rect">
            <a:avLst/>
          </a:prstGeom>
        </p:spPr>
        <p:txBody>
          <a:bodyPr lIns="45719" tIns="45719" rIns="45719" bIns="45719" anchor="b"/>
          <a:lstStyle>
            <a:lvl1pPr algn="ctr">
              <a:defRPr sz="6000">
                <a:latin typeface="Calibri Light"/>
                <a:ea typeface="Calibri Light"/>
                <a:cs typeface="Calibri Light"/>
              </a:defRPr>
            </a:lvl1pPr>
          </a:lstStyle>
          <a:p>
            <a:pPr>
              <a:defRPr/>
            </a:pPr>
            <a:r>
              <a:t>Title Text</a:t>
            </a:r>
          </a:p>
        </p:txBody>
      </p:sp>
      <p:sp>
        <p:nvSpPr>
          <p:cNvPr id="763938794" name="Body Level One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524000" y="3602037"/>
            <a:ext cx="9144000" cy="1655763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1pPr>
            <a:lvl2pPr marL="0" indent="457200" algn="ct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2pPr>
            <a:lvl3pPr marL="0" indent="914400" algn="ct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3pPr>
            <a:lvl4pPr marL="0" indent="1371600" algn="ct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4pPr>
            <a:lvl5pPr marL="0" indent="1828800" algn="ct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1408672628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089818" y="6404292"/>
            <a:ext cx="263983" cy="269241"/>
          </a:xfrm>
          <a:prstGeom prst="rect">
            <a:avLst/>
          </a:prstGeom>
        </p:spPr>
        <p:txBody>
          <a:bodyPr lIns="45719" tIns="45719" rIns="45719" bIns="45719"/>
          <a:lstStyle>
            <a:lvl1pPr algn="r" defTabSz="914400">
              <a:defRPr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440965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594015" y="5991924"/>
            <a:ext cx="273656" cy="269241"/>
          </a:xfrm>
          <a:prstGeom prst="rect">
            <a:avLst/>
          </a:prstGeom>
        </p:spPr>
        <p:txBody>
          <a:bodyPr lIns="45719" tIns="45719" rIns="45719" bIns="45719" anchor="t"/>
          <a:lstStyle>
            <a:lvl1pPr>
              <a:defRPr b="1">
                <a:solidFill>
                  <a:srgbClr val="000000"/>
                </a:solidFill>
                <a:latin typeface="Titillium"/>
                <a:ea typeface="Titillium"/>
                <a:cs typeface="Titillium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  <p:sp>
        <p:nvSpPr>
          <p:cNvPr id="985751252" name="Title Text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 sz="4400">
                <a:latin typeface="Calibri Light"/>
                <a:ea typeface="Calibri Light"/>
                <a:cs typeface="Calibri Light"/>
              </a:defRPr>
            </a:lvl1pPr>
          </a:lstStyle>
          <a:p>
            <a:pPr>
              <a:defRPr/>
            </a:pPr>
            <a:r>
              <a:t>Title Text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Inhalt - Text mit Unter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868721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594015" y="5991924"/>
            <a:ext cx="273656" cy="269241"/>
          </a:xfrm>
          <a:prstGeom prst="rect">
            <a:avLst/>
          </a:prstGeom>
        </p:spPr>
        <p:txBody>
          <a:bodyPr lIns="45719" tIns="45719" rIns="45719" bIns="45719" anchor="t"/>
          <a:lstStyle>
            <a:lvl1pPr>
              <a:defRPr b="1">
                <a:solidFill>
                  <a:srgbClr val="000000"/>
                </a:solidFill>
                <a:latin typeface="Titillium"/>
                <a:ea typeface="Titillium"/>
                <a:cs typeface="Titillium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  <p:sp>
        <p:nvSpPr>
          <p:cNvPr id="1385186697" name="Title Text"/>
          <p:cNvSpPr txBox="1">
            <a:spLocks noGrp="1"/>
          </p:cNvSpPr>
          <p:nvPr>
            <p:ph type="title"/>
          </p:nvPr>
        </p:nvSpPr>
        <p:spPr bwMode="auto">
          <a:xfrm>
            <a:off x="609604" y="242563"/>
            <a:ext cx="9334845" cy="623410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 sz="3200" cap="small">
                <a:solidFill>
                  <a:srgbClr val="007AB8"/>
                </a:solidFill>
                <a:latin typeface="Gill Sans SemiBold"/>
                <a:ea typeface="Gill Sans SemiBold"/>
                <a:cs typeface="Gill Sans SemiBold"/>
              </a:defRPr>
            </a:lvl1pPr>
          </a:lstStyle>
          <a:p>
            <a:pPr>
              <a:defRPr/>
            </a:pPr>
            <a:r>
              <a:t>Title Text</a:t>
            </a:r>
          </a:p>
        </p:txBody>
      </p:sp>
      <p:sp>
        <p:nvSpPr>
          <p:cNvPr id="585674427" name="Body Level One…"/>
          <p:cNvSpPr txBox="1">
            <a:spLocks noGrp="1"/>
          </p:cNvSpPr>
          <p:nvPr>
            <p:ph type="body" idx="1"/>
          </p:nvPr>
        </p:nvSpPr>
        <p:spPr bwMode="auto">
          <a:xfrm>
            <a:off x="609598" y="1366385"/>
            <a:ext cx="10972801" cy="4887844"/>
          </a:xfrm>
          <a:prstGeom prst="rect">
            <a:avLst/>
          </a:prstGeom>
        </p:spPr>
        <p:txBody>
          <a:bodyPr lIns="45719" tIns="45719" rIns="45719" bIns="45719"/>
          <a:lstStyle>
            <a:lvl1pPr marL="228600" indent="-228600" defTabSz="914400">
              <a:lnSpc>
                <a:spcPct val="130000"/>
              </a:lnSpc>
              <a:spcBef>
                <a:spcPts val="600"/>
              </a:spcBef>
              <a:buClrTx/>
              <a:buFont typeface="Arial"/>
              <a:defRPr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1pPr>
            <a:lvl2pPr marL="1066772" indent="-457189" defTabSz="914400">
              <a:lnSpc>
                <a:spcPct val="130000"/>
              </a:lnSpc>
              <a:spcBef>
                <a:spcPts val="600"/>
              </a:spcBef>
              <a:buClrTx/>
              <a:buFont typeface="Arial"/>
              <a:buChar char="•"/>
              <a:defRPr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2pPr>
            <a:lvl3pPr marL="1143000" indent="-228600" defTabSz="914400">
              <a:lnSpc>
                <a:spcPct val="130000"/>
              </a:lnSpc>
              <a:spcBef>
                <a:spcPts val="600"/>
              </a:spcBef>
              <a:buClrTx/>
              <a:buFont typeface="Arial"/>
              <a:defRPr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3pPr>
            <a:lvl4pPr marL="2285943" indent="-457188" defTabSz="914400">
              <a:lnSpc>
                <a:spcPct val="130000"/>
              </a:lnSpc>
              <a:spcBef>
                <a:spcPts val="600"/>
              </a:spcBef>
              <a:buClrTx/>
              <a:buFont typeface="Arial"/>
              <a:buChar char="•"/>
              <a:defRPr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4pPr>
            <a:lvl5pPr marL="2895527" indent="-457188" defTabSz="914400">
              <a:lnSpc>
                <a:spcPct val="130000"/>
              </a:lnSpc>
              <a:spcBef>
                <a:spcPts val="600"/>
              </a:spcBef>
              <a:buClrTx/>
              <a:buFont typeface="Arial"/>
              <a:buChar char="•"/>
              <a:defRPr>
                <a:solidFill>
                  <a:srgbClr val="000000"/>
                </a:solidFill>
                <a:latin typeface="Calibri Light"/>
                <a:ea typeface="Calibri Light"/>
                <a:cs typeface="Calibri Light"/>
              </a:defRPr>
            </a:lvl5pPr>
          </a:lstStyle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1063815705" name="Textplatzhalter 2"/>
          <p:cNvSpPr>
            <a:spLocks noGrp="1"/>
          </p:cNvSpPr>
          <p:nvPr>
            <p:ph type="body" sz="quarter" idx="21"/>
          </p:nvPr>
        </p:nvSpPr>
        <p:spPr bwMode="auto">
          <a:xfrm>
            <a:off x="609601" y="865969"/>
            <a:ext cx="9334849" cy="500417"/>
          </a:xfrm>
          <a:prstGeom prst="rect">
            <a:avLst/>
          </a:prstGeom>
        </p:spPr>
        <p:txBody>
          <a:bodyPr lIns="45719" tIns="45719" rIns="45719" bIns="45719"/>
          <a:lstStyle/>
          <a:p>
            <a:pPr marL="0" indent="0" defTabSz="914400">
              <a:lnSpc>
                <a:spcPct val="90000"/>
              </a:lnSpc>
              <a:spcBef>
                <a:spcPts val="500"/>
              </a:spcBef>
              <a:buClrTx/>
              <a:buSzTx/>
              <a:buFontTx/>
              <a:buNone/>
              <a:defRPr sz="1800">
                <a:solidFill>
                  <a:srgbClr val="888888"/>
                </a:solidFill>
                <a:latin typeface="Calibri Light"/>
                <a:ea typeface="Calibri Light"/>
                <a:cs typeface="Calibri Light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 userDrawn="1">
  <p:cSld name="7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390403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594015" y="5991924"/>
            <a:ext cx="273656" cy="269241"/>
          </a:xfrm>
          <a:prstGeom prst="rect">
            <a:avLst/>
          </a:prstGeom>
        </p:spPr>
        <p:txBody>
          <a:bodyPr lIns="45719" tIns="45719" rIns="45719" bIns="45719" anchor="t"/>
          <a:lstStyle>
            <a:lvl1pPr>
              <a:defRPr b="1">
                <a:solidFill>
                  <a:srgbClr val="000000"/>
                </a:solidFill>
                <a:latin typeface="Titillium"/>
                <a:ea typeface="Titillium"/>
                <a:cs typeface="Titillium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  <p:sp>
        <p:nvSpPr>
          <p:cNvPr id="565680752" name="Picture Placeholder 4"/>
          <p:cNvSpPr>
            <a:spLocks noGrp="1"/>
          </p:cNvSpPr>
          <p:nvPr>
            <p:ph type="pic" sz="half" idx="21"/>
          </p:nvPr>
        </p:nvSpPr>
        <p:spPr bwMode="auto">
          <a:xfrm>
            <a:off x="6096001" y="1219146"/>
            <a:ext cx="4305301" cy="44197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879021" name="Title Text"/>
          <p:cNvSpPr txBox="1">
            <a:spLocks noGrp="1"/>
          </p:cNvSpPr>
          <p:nvPr>
            <p:ph type="title"/>
          </p:nvPr>
        </p:nvSpPr>
        <p:spPr bwMode="auto">
          <a:xfrm>
            <a:off x="740604" y="2838"/>
            <a:ext cx="10710792" cy="1503365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pPr>
              <a:defRPr/>
            </a:pPr>
            <a:r>
              <a:t>Title Text</a:t>
            </a:r>
          </a:p>
        </p:txBody>
      </p:sp>
      <p:sp>
        <p:nvSpPr>
          <p:cNvPr id="1257199798" name="Body Level One…"/>
          <p:cNvSpPr txBox="1">
            <a:spLocks noGrp="1"/>
          </p:cNvSpPr>
          <p:nvPr>
            <p:ph type="body" idx="1"/>
          </p:nvPr>
        </p:nvSpPr>
        <p:spPr bwMode="auto">
          <a:xfrm>
            <a:off x="787495" y="1739512"/>
            <a:ext cx="10617010" cy="420274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pPr>
              <a:defRPr/>
            </a:pPr>
            <a:r>
              <a:t>Body Level One</a:t>
            </a:r>
          </a:p>
          <a:p>
            <a:pPr lvl="1">
              <a:defRPr/>
            </a:pPr>
            <a:r>
              <a:t>Body Level Two</a:t>
            </a:r>
          </a:p>
          <a:p>
            <a:pPr lvl="2">
              <a:defRPr/>
            </a:pPr>
            <a:r>
              <a:t>Body Level Three</a:t>
            </a:r>
          </a:p>
          <a:p>
            <a:pPr lvl="3">
              <a:defRPr/>
            </a:pPr>
            <a:r>
              <a:t>Body Level Four</a:t>
            </a:r>
          </a:p>
          <a:p>
            <a:pPr lvl="4">
              <a:defRPr/>
            </a:pPr>
            <a:r>
              <a:t>Body Level Five</a:t>
            </a:r>
          </a:p>
        </p:txBody>
      </p:sp>
      <p:sp>
        <p:nvSpPr>
          <p:cNvPr id="2034368417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-2182"/>
            <a:ext cx="263978" cy="2692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defTabSz="457200">
              <a:defRPr sz="1200">
                <a:solidFill>
                  <a:srgbClr val="939392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txStyles>
    <p:titleStyle>
      <a:lvl1pPr marL="0" marR="0" indent="0" algn="l" defTabSz="914400" rtl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5200" b="0" i="0" u="none" strike="noStrike" cap="none" spc="0">
          <a:solidFill>
            <a:srgbClr val="000000"/>
          </a:solidFill>
          <a:latin typeface="+mn-lt"/>
          <a:ea typeface="+mn-ea"/>
          <a:cs typeface="+mn-cs"/>
        </a:defRPr>
      </a:lvl1pPr>
      <a:lvl2pPr marL="0" marR="0" indent="0" algn="l" defTabSz="914400" rtl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5200" b="0" i="0" u="none" strike="noStrike" cap="none" spc="0">
          <a:solidFill>
            <a:srgbClr val="000000"/>
          </a:solidFill>
          <a:latin typeface="+mn-lt"/>
          <a:ea typeface="+mn-ea"/>
          <a:cs typeface="+mn-cs"/>
        </a:defRPr>
      </a:lvl2pPr>
      <a:lvl3pPr marL="0" marR="0" indent="0" algn="l" defTabSz="914400" rtl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5200" b="0" i="0" u="none" strike="noStrike" cap="none" spc="0">
          <a:solidFill>
            <a:srgbClr val="000000"/>
          </a:solidFill>
          <a:latin typeface="+mn-lt"/>
          <a:ea typeface="+mn-ea"/>
          <a:cs typeface="+mn-cs"/>
        </a:defRPr>
      </a:lvl3pPr>
      <a:lvl4pPr marL="0" marR="0" indent="0" algn="l" defTabSz="914400" rtl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5200" b="0" i="0" u="none" strike="noStrike" cap="none" spc="0">
          <a:solidFill>
            <a:srgbClr val="000000"/>
          </a:solidFill>
          <a:latin typeface="+mn-lt"/>
          <a:ea typeface="+mn-ea"/>
          <a:cs typeface="+mn-cs"/>
        </a:defRPr>
      </a:lvl4pPr>
      <a:lvl5pPr marL="0" marR="0" indent="0" algn="l" defTabSz="914400" rtl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5200" b="0" i="0" u="none" strike="noStrike" cap="none" spc="0">
          <a:solidFill>
            <a:srgbClr val="000000"/>
          </a:solidFill>
          <a:latin typeface="+mn-lt"/>
          <a:ea typeface="+mn-ea"/>
          <a:cs typeface="+mn-cs"/>
        </a:defRPr>
      </a:lvl5pPr>
      <a:lvl6pPr marL="0" marR="0" indent="0" algn="l" defTabSz="914400" rtl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5200" b="0" i="0" u="none" strike="noStrike" cap="none" spc="0">
          <a:solidFill>
            <a:srgbClr val="000000"/>
          </a:solidFill>
          <a:latin typeface="+mn-lt"/>
          <a:ea typeface="+mn-ea"/>
          <a:cs typeface="+mn-cs"/>
        </a:defRPr>
      </a:lvl6pPr>
      <a:lvl7pPr marL="0" marR="0" indent="0" algn="l" defTabSz="914400" rtl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5200" b="0" i="0" u="none" strike="noStrike" cap="none" spc="0">
          <a:solidFill>
            <a:srgbClr val="000000"/>
          </a:solidFill>
          <a:latin typeface="+mn-lt"/>
          <a:ea typeface="+mn-ea"/>
          <a:cs typeface="+mn-cs"/>
        </a:defRPr>
      </a:lvl7pPr>
      <a:lvl8pPr marL="0" marR="0" indent="0" algn="l" defTabSz="914400" rtl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5200" b="0" i="0" u="none" strike="noStrike" cap="none" spc="0">
          <a:solidFill>
            <a:srgbClr val="000000"/>
          </a:solidFill>
          <a:latin typeface="+mn-lt"/>
          <a:ea typeface="+mn-ea"/>
          <a:cs typeface="+mn-cs"/>
        </a:defRPr>
      </a:lvl8pPr>
      <a:lvl9pPr marL="0" marR="0" indent="0" algn="l" defTabSz="914400" rtl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5200" b="0" i="0" u="none" strike="noStrike" cap="none" spc="0">
          <a:solidFill>
            <a:srgbClr val="000000"/>
          </a:solidFill>
          <a:latin typeface="+mn-lt"/>
          <a:ea typeface="+mn-ea"/>
          <a:cs typeface="+mn-cs"/>
        </a:defRPr>
      </a:lvl9pPr>
    </p:titleStyle>
    <p:bodyStyle>
      <a:lvl1pPr marL="342900" marR="0" indent="-342900" algn="l" defTabSz="457200" rtl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defRPr sz="3200" b="0" i="0" u="none" strike="noStrike" cap="none" spc="0">
          <a:solidFill>
            <a:srgbClr val="535353"/>
          </a:solidFill>
          <a:latin typeface="+mn-lt"/>
          <a:ea typeface="+mn-ea"/>
          <a:cs typeface="+mn-cs"/>
        </a:defRPr>
      </a:lvl1pPr>
      <a:lvl2pPr marL="783771" marR="0" indent="-326571" algn="l" defTabSz="457200" rtl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ct val="100000"/>
        <a:buFont typeface="Helvetica"/>
        <a:buChar char="–"/>
        <a:defRPr sz="3200" b="0" i="0" u="none" strike="noStrike" cap="none" spc="0">
          <a:solidFill>
            <a:srgbClr val="535353"/>
          </a:solidFill>
          <a:latin typeface="+mn-lt"/>
          <a:ea typeface="+mn-ea"/>
          <a:cs typeface="+mn-cs"/>
        </a:defRPr>
      </a:lvl2pPr>
      <a:lvl3pPr marL="1219200" marR="0" indent="-304800" algn="l" defTabSz="457200" rtl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defRPr sz="3200" b="0" i="0" u="none" strike="noStrike" cap="none" spc="0">
          <a:solidFill>
            <a:srgbClr val="535353"/>
          </a:solidFill>
          <a:latin typeface="+mn-lt"/>
          <a:ea typeface="+mn-ea"/>
          <a:cs typeface="+mn-cs"/>
        </a:defRPr>
      </a:lvl3pPr>
      <a:lvl4pPr marL="1737360" marR="0" indent="-365760" algn="l" defTabSz="457200" rtl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ct val="100000"/>
        <a:buFont typeface="Helvetica"/>
        <a:buChar char="–"/>
        <a:defRPr sz="3200" b="0" i="0" u="none" strike="noStrike" cap="none" spc="0">
          <a:solidFill>
            <a:srgbClr val="535353"/>
          </a:solidFill>
          <a:latin typeface="+mn-lt"/>
          <a:ea typeface="+mn-ea"/>
          <a:cs typeface="+mn-cs"/>
        </a:defRPr>
      </a:lvl4pPr>
      <a:lvl5pPr marL="2194560" marR="0" indent="-365760" algn="l" defTabSz="457200" rtl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ct val="100000"/>
        <a:buFont typeface="Helvetica"/>
        <a:buChar char="»"/>
        <a:defRPr sz="3200" b="0" i="0" u="none" strike="noStrike" cap="none" spc="0">
          <a:solidFill>
            <a:srgbClr val="535353"/>
          </a:solidFill>
          <a:latin typeface="+mn-lt"/>
          <a:ea typeface="+mn-ea"/>
          <a:cs typeface="+mn-cs"/>
        </a:defRPr>
      </a:lvl5pPr>
      <a:lvl6pPr marL="2651760" marR="0" indent="-365760" algn="l" defTabSz="457200" rtl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defRPr sz="3200" b="0" i="0" u="none" strike="noStrike" cap="none" spc="0">
          <a:solidFill>
            <a:srgbClr val="535353"/>
          </a:solidFill>
          <a:latin typeface="+mn-lt"/>
          <a:ea typeface="+mn-ea"/>
          <a:cs typeface="+mn-cs"/>
        </a:defRPr>
      </a:lvl6pPr>
      <a:lvl7pPr marL="3108960" marR="0" indent="-365760" algn="l" defTabSz="457200" rtl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defRPr sz="3200" b="0" i="0" u="none" strike="noStrike" cap="none" spc="0">
          <a:solidFill>
            <a:srgbClr val="535353"/>
          </a:solidFill>
          <a:latin typeface="+mn-lt"/>
          <a:ea typeface="+mn-ea"/>
          <a:cs typeface="+mn-cs"/>
        </a:defRPr>
      </a:lvl7pPr>
      <a:lvl8pPr marL="3566159" marR="0" indent="-365759" algn="l" defTabSz="457200" rtl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defRPr sz="3200" b="0" i="0" u="none" strike="noStrike" cap="none" spc="0">
          <a:solidFill>
            <a:srgbClr val="535353"/>
          </a:solidFill>
          <a:latin typeface="+mn-lt"/>
          <a:ea typeface="+mn-ea"/>
          <a:cs typeface="+mn-cs"/>
        </a:defRPr>
      </a:lvl8pPr>
      <a:lvl9pPr marL="4023359" marR="0" indent="-365759" algn="l" defTabSz="457200" rtl="0">
        <a:lnSpc>
          <a:spcPct val="100000"/>
        </a:lnSpc>
        <a:spcBef>
          <a:spcPts val="700"/>
        </a:spcBef>
        <a:spcAft>
          <a:spcPts val="0"/>
        </a:spcAft>
        <a:buClr>
          <a:srgbClr val="000000"/>
        </a:buClr>
        <a:buSzPct val="100000"/>
        <a:buFont typeface="Helvetica"/>
        <a:buChar char="•"/>
        <a:defRPr sz="3200" b="0" i="0" u="none" strike="noStrike" cap="none" spc="0">
          <a:solidFill>
            <a:srgbClr val="535353"/>
          </a:solidFill>
          <a:latin typeface="+mn-lt"/>
          <a:ea typeface="+mn-ea"/>
          <a:cs typeface="+mn-cs"/>
        </a:defRPr>
      </a:lvl9pPr>
    </p:bodyStyle>
    <p:otherStyle>
      <a:lvl1pPr marL="0" marR="0" indent="0" algn="l" defTabSz="45720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0" algn="l" defTabSz="45720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45720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0" algn="l" defTabSz="45720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45720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0" algn="l" defTabSz="45720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0" algn="l" defTabSz="45720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0" algn="l" defTabSz="45720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0" algn="l" defTabSz="457200" rtl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033166" name="EVALUATION METHODOLOGY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de-DE"/>
              <a:t>Game Assistant</a:t>
            </a:r>
            <a:endParaRPr/>
          </a:p>
        </p:txBody>
      </p:sp>
      <p:sp>
        <p:nvSpPr>
          <p:cNvPr id="2139700691" name="706.712 WS 2019/2020"/>
          <p:cNvSpPr txBox="1"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 lIns="45718" tIns="45718" rIns="45718" bIns="45718" anchor="t">
            <a:normAutofit/>
          </a:bodyPr>
          <a:lstStyle/>
          <a:p>
            <a:pPr>
              <a:defRPr/>
            </a:pPr>
            <a:r>
              <a:t>Group </a:t>
            </a:r>
            <a:r>
              <a:rPr lang="de-DE"/>
              <a:t>Y</a:t>
            </a:r>
            <a:endParaRPr/>
          </a:p>
        </p:txBody>
      </p:sp>
      <p:sp>
        <p:nvSpPr>
          <p:cNvPr id="1026154344" name="Eduardo Veas…"/>
          <p:cNvSpPr txBox="1">
            <a:spLocks noGrp="1"/>
          </p:cNvSpPr>
          <p:nvPr>
            <p:ph type="body" idx="21"/>
          </p:nvPr>
        </p:nvSpPr>
        <p:spPr bwMode="auto">
          <a:prstGeom prst="rect">
            <a:avLst/>
          </a:prstGeom>
        </p:spPr>
        <p:txBody>
          <a:bodyPr lIns="45718" tIns="45718" rIns="45718" bIns="45718" anchor="t">
            <a:normAutofit/>
          </a:bodyPr>
          <a:lstStyle>
            <a:lvl1pPr marL="0" indent="0" algn="r" defTabSz="914400">
              <a:lnSpc>
                <a:spcPct val="90000"/>
              </a:lnSpc>
              <a:spcBef>
                <a:spcPts val="1000"/>
              </a:spcBef>
              <a:buClrTx/>
              <a:buSzTx/>
              <a:buFontTx/>
              <a:buNone/>
              <a:defRPr sz="2400">
                <a:solidFill>
                  <a:schemeClr val="accent6"/>
                </a:solidFill>
              </a:defRPr>
            </a:lvl1pPr>
          </a:lstStyle>
          <a:p>
            <a:pPr>
              <a:defRPr/>
            </a:pPr>
            <a:r>
              <a:rPr lang="en-US">
                <a:ea typeface="+mn-lt"/>
                <a:cs typeface="+mn-lt"/>
              </a:rPr>
              <a:t>Muhammad Saim Akram</a:t>
            </a:r>
            <a:r>
              <a:t>, </a:t>
            </a:r>
            <a:r>
              <a:rPr lang="de-DE">
                <a:ea typeface="+mn-lt"/>
                <a:cs typeface="+mn-lt"/>
              </a:rPr>
              <a:t>Lukas A. Feldgrill</a:t>
            </a:r>
            <a:r>
              <a:rPr lang="en-US">
                <a:ea typeface="+mn-lt"/>
                <a:cs typeface="+mn-lt"/>
              </a:rPr>
              <a:t>, Jan Zeller</a:t>
            </a:r>
            <a:endParaRPr/>
          </a:p>
        </p:txBody>
      </p:sp>
      <p:sp>
        <p:nvSpPr>
          <p:cNvPr id="1821617383" name="From studies to data collection"/>
          <p:cNvSpPr txBox="1">
            <a:spLocks noGrp="1"/>
          </p:cNvSpPr>
          <p:nvPr>
            <p:ph type="body" idx="22"/>
          </p:nvPr>
        </p:nvSpPr>
        <p:spPr bwMode="auto">
          <a:prstGeom prst="rect">
            <a:avLst/>
          </a:prstGeom>
        </p:spPr>
        <p:txBody>
          <a:bodyPr/>
          <a:lstStyle>
            <a:lvl1pPr marL="0" indent="0" algn="r" defTabSz="914400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2800" cap="small">
                <a:latin typeface="Avenir Medium"/>
                <a:ea typeface="Avenir Medium"/>
                <a:cs typeface="Avenir Medium"/>
              </a:defRPr>
            </a:lvl1pPr>
          </a:lstStyle>
          <a:p>
            <a:pPr>
              <a:defRPr/>
            </a:pPr>
            <a:r>
              <a:t>Human-ai interaction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238385" name="Project Topic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Project Topic</a:t>
            </a:r>
          </a:p>
        </p:txBody>
      </p:sp>
      <p:sp>
        <p:nvSpPr>
          <p:cNvPr id="2065656361" name="Motivation: some situation in the real-life that leads to the definition of your project.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lIns="45718" tIns="45718" rIns="45718" bIns="45718" anchor="t">
            <a:normAutofit fontScale="92500" lnSpcReduction="10000"/>
          </a:bodyPr>
          <a:lstStyle/>
          <a:p>
            <a:pPr>
              <a:defRPr/>
            </a:pPr>
            <a:r>
              <a:rPr lang="en-US"/>
              <a:t>Playing a new game can be challenging. The players are often presented with too much content too quickly.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We want to help players through their journey by guiding them whenever they request it.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The Game Assistant is a Speech-to-Speech AI application that can answer the player any game-related questions they have while playing.</a:t>
            </a:r>
          </a:p>
        </p:txBody>
      </p:sp>
      <p:sp>
        <p:nvSpPr>
          <p:cNvPr id="1203749736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-2182"/>
            <a:ext cx="184057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8611639" name="Picture Placeholder 3" descr="Picture Placeholder 3"/>
          <p:cNvPicPr>
            <a:picLocks noGrp="1" noChangeAspect="1"/>
          </p:cNvPicPr>
          <p:nvPr>
            <p:ph type="pic" idx="21"/>
          </p:nvPr>
        </p:nvPicPr>
        <p:blipFill rotWithShape="1">
          <a:blip r:embed="rId3"/>
          <a:stretch/>
        </p:blipFill>
        <p:spPr bwMode="auto">
          <a:prstGeom prst="rect">
            <a:avLst/>
          </a:prstGeom>
        </p:spPr>
      </p:pic>
      <p:sp>
        <p:nvSpPr>
          <p:cNvPr id="603575303" name="AI In your Project"/>
          <p:cNvSpPr txBox="1"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AI In your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4C9A0-3BBF-B4DB-B04B-BEE56882BC5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907419" name="AI in your project">
            <a:extLst>
              <a:ext uri="{FF2B5EF4-FFF2-40B4-BE49-F238E27FC236}">
                <a16:creationId xmlns:a16="http://schemas.microsoft.com/office/drawing/2014/main" id="{D3DE3316-570F-7162-462E-22969EC1F52C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AI in your project</a:t>
            </a:r>
            <a:r>
              <a:rPr lang="de-DE"/>
              <a:t> - </a:t>
            </a:r>
            <a:r>
              <a:rPr lang="en-US"/>
              <a:t>Overview</a:t>
            </a:r>
          </a:p>
        </p:txBody>
      </p:sp>
      <p:sp>
        <p:nvSpPr>
          <p:cNvPr id="1264495738" name="What does the AI need to understand from the human?…">
            <a:extLst>
              <a:ext uri="{FF2B5EF4-FFF2-40B4-BE49-F238E27FC236}">
                <a16:creationId xmlns:a16="http://schemas.microsoft.com/office/drawing/2014/main" id="{EEE30A00-A87D-147B-E485-7C1305CADD50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lIns="45718" tIns="45718" rIns="45718" bIns="45718" anchor="t">
            <a:normAutofit lnSpcReduction="10000"/>
          </a:bodyPr>
          <a:lstStyle/>
          <a:p>
            <a:pPr marL="294640" indent="-294640" defTabSz="393192">
              <a:spcBef>
                <a:spcPts val="600"/>
              </a:spcBef>
              <a:defRPr sz="2750"/>
            </a:pPr>
            <a:endParaRPr lang="en-US"/>
          </a:p>
          <a:p>
            <a:pPr marL="294640" indent="-294640" defTabSz="393192">
              <a:spcBef>
                <a:spcPts val="600"/>
              </a:spcBef>
              <a:defRPr sz="2750"/>
            </a:pPr>
            <a:r>
              <a:rPr lang="en-US"/>
              <a:t>Multiple AI Components</a:t>
            </a:r>
          </a:p>
          <a:p>
            <a:pPr marL="783590" lvl="1" indent="-326390" defTabSz="393192">
              <a:spcBef>
                <a:spcPts val="600"/>
              </a:spcBef>
              <a:defRPr sz="2750"/>
            </a:pPr>
            <a:r>
              <a:rPr lang="en-US"/>
              <a:t>STT (Speech to Text) - transcribing input</a:t>
            </a:r>
          </a:p>
          <a:p>
            <a:pPr marL="783590" lvl="1" indent="-326390" defTabSz="393192">
              <a:spcBef>
                <a:spcPts val="600"/>
              </a:spcBef>
              <a:defRPr sz="2750"/>
            </a:pPr>
            <a:r>
              <a:rPr lang="en-US"/>
              <a:t>LLM (Text to Text)    - processing user prompt*</a:t>
            </a:r>
          </a:p>
          <a:p>
            <a:pPr marL="783590" lvl="1" indent="-326390" defTabSz="393192">
              <a:spcBef>
                <a:spcPts val="600"/>
              </a:spcBef>
              <a:defRPr sz="2750"/>
            </a:pPr>
            <a:r>
              <a:rPr lang="en-US"/>
              <a:t>TTS (Text to Speech) - generating output</a:t>
            </a:r>
          </a:p>
          <a:p>
            <a:pPr marL="687705" lvl="1" indent="-294640" defTabSz="393192">
              <a:spcBef>
                <a:spcPts val="600"/>
              </a:spcBef>
              <a:defRPr sz="2750"/>
            </a:pPr>
            <a:endParaRPr lang="en-US"/>
          </a:p>
          <a:p>
            <a:pPr marL="294640" indent="-294640" defTabSz="393192">
              <a:spcBef>
                <a:spcPts val="600"/>
              </a:spcBef>
              <a:defRPr sz="2750"/>
            </a:pPr>
            <a:r>
              <a:rPr lang="en-US"/>
              <a:t>Input/Perception: User's speech (audio)</a:t>
            </a:r>
          </a:p>
          <a:p>
            <a:pPr marL="294640" indent="-294640" defTabSz="393192">
              <a:spcBef>
                <a:spcPts val="600"/>
              </a:spcBef>
              <a:defRPr sz="2750"/>
            </a:pPr>
            <a:endParaRPr lang="en-US"/>
          </a:p>
          <a:p>
            <a:pPr marL="294640" indent="-294640" defTabSz="393192">
              <a:spcBef>
                <a:spcPts val="600"/>
              </a:spcBef>
              <a:defRPr sz="2750"/>
            </a:pPr>
            <a:r>
              <a:rPr lang="en-US"/>
              <a:t>Output/Action: Response as speech (audio)</a:t>
            </a:r>
          </a:p>
        </p:txBody>
      </p:sp>
      <p:sp>
        <p:nvSpPr>
          <p:cNvPr id="739955537" name="Slide Number">
            <a:extLst>
              <a:ext uri="{FF2B5EF4-FFF2-40B4-BE49-F238E27FC236}">
                <a16:creationId xmlns:a16="http://schemas.microsoft.com/office/drawing/2014/main" id="{36719A52-A5A0-515A-E0E6-BF5792E59FA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-2182"/>
            <a:ext cx="184057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353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92C4D-0CF2-30DC-B7E2-B76A153661C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907419" name="AI in your project">
            <a:extLst>
              <a:ext uri="{FF2B5EF4-FFF2-40B4-BE49-F238E27FC236}">
                <a16:creationId xmlns:a16="http://schemas.microsoft.com/office/drawing/2014/main" id="{0D18E0B7-3B44-D049-9B97-A804E23D1A28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AI in your project</a:t>
            </a:r>
            <a:r>
              <a:rPr lang="de-DE"/>
              <a:t> - Flow</a:t>
            </a:r>
            <a:endParaRPr/>
          </a:p>
        </p:txBody>
      </p:sp>
      <p:sp>
        <p:nvSpPr>
          <p:cNvPr id="739955537" name="Slide Number">
            <a:extLst>
              <a:ext uri="{FF2B5EF4-FFF2-40B4-BE49-F238E27FC236}">
                <a16:creationId xmlns:a16="http://schemas.microsoft.com/office/drawing/2014/main" id="{F6D00F76-6268-27E9-F3A0-53FF25923513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-2182"/>
            <a:ext cx="184057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5</a:t>
            </a:fld>
            <a:endParaRPr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DA4DA95-49DE-F050-7BF4-7F38F3AA6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140" y="1317287"/>
            <a:ext cx="9098280" cy="516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210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41CD6-A98C-77E3-5C54-CA24015334F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907419" name="AI in your project">
            <a:extLst>
              <a:ext uri="{FF2B5EF4-FFF2-40B4-BE49-F238E27FC236}">
                <a16:creationId xmlns:a16="http://schemas.microsoft.com/office/drawing/2014/main" id="{1DF33A69-F5CF-B5C3-1461-DC3FC9FD7C8E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AI in your project</a:t>
            </a:r>
            <a:r>
              <a:rPr lang="de-DE"/>
              <a:t> - </a:t>
            </a:r>
            <a:r>
              <a:rPr lang="en-US"/>
              <a:t>Reasoning </a:t>
            </a:r>
          </a:p>
        </p:txBody>
      </p:sp>
      <p:sp>
        <p:nvSpPr>
          <p:cNvPr id="1264495738" name="What does the AI need to understand from the human?…">
            <a:extLst>
              <a:ext uri="{FF2B5EF4-FFF2-40B4-BE49-F238E27FC236}">
                <a16:creationId xmlns:a16="http://schemas.microsoft.com/office/drawing/2014/main" id="{CDF3E4E3-621F-0F61-4981-18588D9C188A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754838" y="1717741"/>
            <a:ext cx="10682324" cy="4725262"/>
          </a:xfrm>
          <a:prstGeom prst="rect">
            <a:avLst/>
          </a:prstGeom>
        </p:spPr>
        <p:txBody>
          <a:bodyPr lIns="45718" tIns="45718" rIns="45718" bIns="45718" anchor="t">
            <a:normAutofit lnSpcReduction="10000"/>
          </a:bodyPr>
          <a:lstStyle/>
          <a:p>
            <a:pPr marL="294640" indent="-294640" defTabSz="393192">
              <a:lnSpc>
                <a:spcPct val="150000"/>
              </a:lnSpc>
              <a:spcBef>
                <a:spcPts val="600"/>
              </a:spcBef>
              <a:defRPr sz="2750"/>
            </a:pPr>
            <a:r>
              <a:rPr lang="en-US"/>
              <a:t>Current scope: Food and cooking in Minecraft</a:t>
            </a:r>
            <a:endParaRPr lang="de-DE"/>
          </a:p>
          <a:p>
            <a:pPr marL="294640" indent="-294640" defTabSz="393192">
              <a:lnSpc>
                <a:spcPct val="150000"/>
              </a:lnSpc>
              <a:spcBef>
                <a:spcPts val="600"/>
              </a:spcBef>
              <a:defRPr sz="2750"/>
            </a:pPr>
            <a:r>
              <a:rPr lang="en-US"/>
              <a:t>Player: "How do I get bread?"</a:t>
            </a:r>
          </a:p>
          <a:p>
            <a:pPr marL="294640" indent="-294640" defTabSz="393192">
              <a:lnSpc>
                <a:spcPct val="150000"/>
              </a:lnSpc>
              <a:spcBef>
                <a:spcPts val="600"/>
              </a:spcBef>
              <a:defRPr sz="2750"/>
            </a:pPr>
            <a:r>
              <a:rPr lang="en-US"/>
              <a:t>Player inventory (from Game State): [2x wheat, (…)]</a:t>
            </a:r>
          </a:p>
          <a:p>
            <a:pPr marL="294640" indent="-294640" defTabSz="393192">
              <a:lnSpc>
                <a:spcPct val="150000"/>
              </a:lnSpc>
              <a:spcBef>
                <a:spcPts val="600"/>
              </a:spcBef>
              <a:defRPr sz="2750"/>
            </a:pPr>
            <a:r>
              <a:rPr lang="en-US"/>
              <a:t>RAG query for item "Bread" fetches context info</a:t>
            </a:r>
          </a:p>
          <a:p>
            <a:pPr marL="294640" indent="-294640" defTabSz="393192">
              <a:lnSpc>
                <a:spcPct val="150000"/>
              </a:lnSpc>
              <a:spcBef>
                <a:spcPts val="600"/>
              </a:spcBef>
              <a:defRPr sz="2750"/>
            </a:pPr>
            <a:r>
              <a:rPr lang="en-US"/>
              <a:t>User wants "Bread", bread is made from (3x) wheat (…)</a:t>
            </a:r>
          </a:p>
          <a:p>
            <a:pPr marL="294640" indent="-294640" defTabSz="393192">
              <a:lnSpc>
                <a:spcPct val="150000"/>
              </a:lnSpc>
              <a:spcBef>
                <a:spcPts val="600"/>
              </a:spcBef>
              <a:defRPr sz="2750"/>
            </a:pPr>
            <a:r>
              <a:rPr lang="en-US"/>
              <a:t>Answer: "You can craft bread from three wheat. You have two wheat so you need one more wheat to craft bread!"</a:t>
            </a:r>
          </a:p>
        </p:txBody>
      </p:sp>
      <p:sp>
        <p:nvSpPr>
          <p:cNvPr id="739955537" name="Slide Number">
            <a:extLst>
              <a:ext uri="{FF2B5EF4-FFF2-40B4-BE49-F238E27FC236}">
                <a16:creationId xmlns:a16="http://schemas.microsoft.com/office/drawing/2014/main" id="{3EC78972-C4D4-1097-9F11-B861A79665C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-2182"/>
            <a:ext cx="184057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2148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D8503-FD68-1155-F6AC-6E71FED7E99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907419" name="AI in your project">
            <a:extLst>
              <a:ext uri="{FF2B5EF4-FFF2-40B4-BE49-F238E27FC236}">
                <a16:creationId xmlns:a16="http://schemas.microsoft.com/office/drawing/2014/main" id="{0A5E6983-E8B4-B94C-FAE7-A19CD714AF1D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AI in your project</a:t>
            </a:r>
            <a:r>
              <a:rPr lang="de-DE"/>
              <a:t> - </a:t>
            </a:r>
            <a:r>
              <a:rPr lang="en-US"/>
              <a:t>Technicals </a:t>
            </a:r>
          </a:p>
        </p:txBody>
      </p:sp>
      <p:sp>
        <p:nvSpPr>
          <p:cNvPr id="1264495738" name="What does the AI need to understand from the human?…">
            <a:extLst>
              <a:ext uri="{FF2B5EF4-FFF2-40B4-BE49-F238E27FC236}">
                <a16:creationId xmlns:a16="http://schemas.microsoft.com/office/drawing/2014/main" id="{B68813D4-A0EE-EA80-6DA6-034FFF6AEC3F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lIns="45718" tIns="45718" rIns="45718" bIns="45718" anchor="t">
            <a:normAutofit/>
          </a:bodyPr>
          <a:lstStyle/>
          <a:p>
            <a:pPr marL="294640" indent="-294640" defTabSz="393192">
              <a:spcBef>
                <a:spcPts val="600"/>
              </a:spcBef>
              <a:defRPr sz="2750"/>
            </a:pPr>
            <a:r>
              <a:rPr lang="en-US"/>
              <a:t>STT Model: OpenAI Whisper (</a:t>
            </a:r>
            <a:r>
              <a:rPr lang="en-US">
                <a:ea typeface="+mn-lt"/>
                <a:cs typeface="+mn-lt"/>
              </a:rPr>
              <a:t>faster-whisper, whisper-tiny)</a:t>
            </a:r>
            <a:br>
              <a:rPr lang="en-US"/>
            </a:br>
            <a:endParaRPr lang="en-US"/>
          </a:p>
          <a:p>
            <a:pPr marL="294640" indent="-294640" defTabSz="393192">
              <a:spcBef>
                <a:spcPts val="600"/>
              </a:spcBef>
              <a:defRPr sz="2750"/>
            </a:pPr>
            <a:r>
              <a:rPr lang="en-US"/>
              <a:t>LLM: Ollama, </a:t>
            </a:r>
            <a:r>
              <a:rPr lang="en-US" err="1"/>
              <a:t>Mystral</a:t>
            </a:r>
            <a:r>
              <a:rPr lang="en-US"/>
              <a:t>, Qwen3 (instruction tuned)</a:t>
            </a:r>
            <a:br>
              <a:rPr lang="en-US"/>
            </a:br>
            <a:endParaRPr lang="en-US"/>
          </a:p>
          <a:p>
            <a:pPr marL="294640" indent="-294640" defTabSz="393192">
              <a:spcBef>
                <a:spcPts val="600"/>
              </a:spcBef>
              <a:defRPr sz="2750"/>
            </a:pPr>
            <a:r>
              <a:rPr lang="en-US"/>
              <a:t>TTS: </a:t>
            </a:r>
            <a:r>
              <a:rPr lang="en-US">
                <a:ea typeface="+mn-lt"/>
                <a:cs typeface="+mn-lt"/>
              </a:rPr>
              <a:t>Piper, </a:t>
            </a:r>
            <a:r>
              <a:rPr lang="en-US" err="1">
                <a:ea typeface="+mn-lt"/>
                <a:cs typeface="+mn-lt"/>
              </a:rPr>
              <a:t>Deepgram</a:t>
            </a:r>
            <a:r>
              <a:rPr lang="en-US">
                <a:ea typeface="+mn-lt"/>
                <a:cs typeface="+mn-lt"/>
              </a:rPr>
              <a:t> (API)</a:t>
            </a:r>
            <a:br>
              <a:rPr lang="en-US">
                <a:ea typeface="+mn-lt"/>
                <a:cs typeface="+mn-lt"/>
              </a:rPr>
            </a:br>
            <a:endParaRPr lang="en-US"/>
          </a:p>
          <a:p>
            <a:pPr marL="294640" indent="-294640" defTabSz="393192">
              <a:spcBef>
                <a:spcPts val="600"/>
              </a:spcBef>
              <a:defRPr sz="2750"/>
            </a:pPr>
            <a:r>
              <a:rPr lang="en-US"/>
              <a:t>Optional: LM for internal prompt and game state processing?</a:t>
            </a:r>
          </a:p>
          <a:p>
            <a:pPr marL="294640" indent="-294640" defTabSz="393192">
              <a:spcBef>
                <a:spcPts val="600"/>
              </a:spcBef>
              <a:defRPr sz="2750"/>
            </a:pPr>
            <a:endParaRPr lang="en-US"/>
          </a:p>
          <a:p>
            <a:pPr marL="294640" indent="-294640" defTabSz="393192">
              <a:spcBef>
                <a:spcPts val="600"/>
              </a:spcBef>
              <a:defRPr sz="2750"/>
            </a:pPr>
            <a:endParaRPr lang="en-US"/>
          </a:p>
        </p:txBody>
      </p:sp>
      <p:sp>
        <p:nvSpPr>
          <p:cNvPr id="739955537" name="Slide Number">
            <a:extLst>
              <a:ext uri="{FF2B5EF4-FFF2-40B4-BE49-F238E27FC236}">
                <a16:creationId xmlns:a16="http://schemas.microsoft.com/office/drawing/2014/main" id="{4F09189C-3EDC-D575-5566-4BF863F8A46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-2182"/>
            <a:ext cx="184057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0726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A81F9-D74F-86FB-0DCA-1F95A53B62E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907419" name="AI in your project">
            <a:extLst>
              <a:ext uri="{FF2B5EF4-FFF2-40B4-BE49-F238E27FC236}">
                <a16:creationId xmlns:a16="http://schemas.microsoft.com/office/drawing/2014/main" id="{02655A00-ECBA-C388-41C2-4C67665F9E93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AI in your project</a:t>
            </a:r>
            <a:r>
              <a:rPr lang="de-DE"/>
              <a:t> - </a:t>
            </a:r>
            <a:r>
              <a:rPr lang="en-US"/>
              <a:t>Data </a:t>
            </a:r>
          </a:p>
        </p:txBody>
      </p:sp>
      <p:sp>
        <p:nvSpPr>
          <p:cNvPr id="1264495738" name="What does the AI need to understand from the human?…">
            <a:extLst>
              <a:ext uri="{FF2B5EF4-FFF2-40B4-BE49-F238E27FC236}">
                <a16:creationId xmlns:a16="http://schemas.microsoft.com/office/drawing/2014/main" id="{7DF8143E-E1CF-EFDE-5258-36CAFBBEDCF6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lIns="45718" tIns="45718" rIns="45718" bIns="45718" anchor="t">
            <a:normAutofit lnSpcReduction="10000"/>
          </a:bodyPr>
          <a:lstStyle/>
          <a:p>
            <a:pPr marL="294640" indent="-294640" defTabSz="393192">
              <a:spcBef>
                <a:spcPts val="600"/>
              </a:spcBef>
              <a:defRPr sz="2750"/>
            </a:pPr>
            <a:r>
              <a:rPr lang="en-US"/>
              <a:t>Data/Knowledge-Base for RAG</a:t>
            </a:r>
          </a:p>
          <a:p>
            <a:pPr marL="735330" lvl="1" indent="-294640" defTabSz="393192">
              <a:spcBef>
                <a:spcPts val="600"/>
              </a:spcBef>
              <a:buFont typeface="Courier New"/>
              <a:buChar char="o"/>
              <a:defRPr sz="2750"/>
            </a:pPr>
            <a:r>
              <a:rPr lang="en-US"/>
              <a:t>General game data</a:t>
            </a:r>
          </a:p>
          <a:p>
            <a:pPr marL="735330" lvl="1" indent="-294640" defTabSz="393192">
              <a:spcBef>
                <a:spcPts val="600"/>
              </a:spcBef>
              <a:buFont typeface="Courier New"/>
              <a:buChar char="o"/>
              <a:defRPr sz="2750"/>
            </a:pPr>
            <a:r>
              <a:rPr lang="en-US"/>
              <a:t>Preprocessed and stored locally</a:t>
            </a:r>
          </a:p>
          <a:p>
            <a:pPr marL="294640" defTabSz="393192">
              <a:spcBef>
                <a:spcPts val="600"/>
              </a:spcBef>
              <a:defRPr sz="2750"/>
            </a:pPr>
            <a:endParaRPr lang="en-US"/>
          </a:p>
          <a:p>
            <a:pPr marL="294640" defTabSz="393192">
              <a:spcBef>
                <a:spcPts val="600"/>
              </a:spcBef>
              <a:defRPr sz="2750"/>
            </a:pPr>
            <a:r>
              <a:rPr lang="en-US"/>
              <a:t>Memory for the System? (remember the last N user prompts?)</a:t>
            </a:r>
          </a:p>
          <a:p>
            <a:pPr marL="294640" defTabSz="393192">
              <a:spcBef>
                <a:spcPts val="600"/>
              </a:spcBef>
              <a:defRPr sz="2750"/>
            </a:pPr>
            <a:endParaRPr lang="en-US"/>
          </a:p>
          <a:p>
            <a:pPr marL="294640" defTabSz="393192">
              <a:spcBef>
                <a:spcPts val="600"/>
              </a:spcBef>
              <a:defRPr sz="2750"/>
            </a:pPr>
            <a:r>
              <a:rPr lang="en-US"/>
              <a:t>Remember user preferences for the session?</a:t>
            </a:r>
          </a:p>
          <a:p>
            <a:pPr marL="294640" defTabSz="393192">
              <a:spcBef>
                <a:spcPts val="600"/>
              </a:spcBef>
              <a:defRPr sz="2750"/>
            </a:pPr>
            <a:endParaRPr lang="en-US"/>
          </a:p>
          <a:p>
            <a:pPr marL="294640" defTabSz="393192">
              <a:spcBef>
                <a:spcPts val="600"/>
              </a:spcBef>
              <a:defRPr sz="2750"/>
            </a:pPr>
            <a:r>
              <a:rPr lang="en-US"/>
              <a:t>No session data is shared between instances</a:t>
            </a:r>
          </a:p>
          <a:p>
            <a:pPr marL="294640" indent="-294640" defTabSz="393192">
              <a:spcBef>
                <a:spcPts val="600"/>
              </a:spcBef>
              <a:defRPr sz="2750"/>
            </a:pPr>
            <a:endParaRPr lang="en-US"/>
          </a:p>
          <a:p>
            <a:pPr marL="294640" indent="-294640" defTabSz="393192">
              <a:spcBef>
                <a:spcPts val="600"/>
              </a:spcBef>
              <a:defRPr sz="2750"/>
            </a:pPr>
            <a:endParaRPr lang="en-US"/>
          </a:p>
        </p:txBody>
      </p:sp>
      <p:sp>
        <p:nvSpPr>
          <p:cNvPr id="739955537" name="Slide Number">
            <a:extLst>
              <a:ext uri="{FF2B5EF4-FFF2-40B4-BE49-F238E27FC236}">
                <a16:creationId xmlns:a16="http://schemas.microsoft.com/office/drawing/2014/main" id="{1C7F6C6B-9C99-F5A1-A958-E78D07FCE2A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-2182"/>
            <a:ext cx="184057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9051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907419" name="AI in your project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AI in </a:t>
            </a:r>
            <a:r>
              <a:rPr err="1"/>
              <a:t>your</a:t>
            </a:r>
            <a:r>
              <a:t> </a:t>
            </a:r>
            <a:r>
              <a:rPr err="1"/>
              <a:t>project</a:t>
            </a:r>
            <a:r>
              <a:rPr lang="en-US"/>
              <a:t> - Understanding</a:t>
            </a:r>
            <a:endParaRPr lang="de-DE" err="1"/>
          </a:p>
        </p:txBody>
      </p:sp>
      <p:sp>
        <p:nvSpPr>
          <p:cNvPr id="1264495738" name="What does the AI need to understand from the human?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lIns="45718" tIns="45718" rIns="45718" bIns="45718" anchor="t">
            <a:normAutofit fontScale="85000" lnSpcReduction="20000"/>
          </a:bodyPr>
          <a:lstStyle/>
          <a:p>
            <a:pPr marL="294640" indent="-294640" defTabSz="393192">
              <a:spcBef>
                <a:spcPts val="600"/>
              </a:spcBef>
              <a:defRPr sz="2750"/>
            </a:pPr>
            <a:endParaRPr lang="en-US"/>
          </a:p>
          <a:p>
            <a:pPr marL="294640" indent="-294640" defTabSz="393192">
              <a:spcBef>
                <a:spcPts val="600"/>
              </a:spcBef>
              <a:defRPr sz="2750"/>
            </a:pPr>
            <a:r>
              <a:t>AI </a:t>
            </a:r>
            <a:r>
              <a:rPr lang="en-US"/>
              <a:t>needs to understand what item is referenced in the game context </a:t>
            </a:r>
            <a:endParaRPr/>
          </a:p>
          <a:p>
            <a:pPr marL="687705" lvl="1" indent="-294640" defTabSz="393192">
              <a:spcBef>
                <a:spcPts val="600"/>
              </a:spcBef>
              <a:buChar char="•"/>
              <a:defRPr sz="2750"/>
            </a:pPr>
            <a:r>
              <a:rPr lang="en-US"/>
              <a:t>Filter/process the player prompt for keywords</a:t>
            </a:r>
          </a:p>
          <a:p>
            <a:pPr marL="687705" lvl="1" indent="-294640" defTabSz="393192">
              <a:spcBef>
                <a:spcPts val="600"/>
              </a:spcBef>
              <a:buChar char="•"/>
              <a:defRPr sz="2750"/>
            </a:pPr>
            <a:r>
              <a:rPr lang="en-US"/>
              <a:t>Ensure keywords are valid (context in scope)</a:t>
            </a:r>
          </a:p>
          <a:p>
            <a:pPr marL="294640" indent="-294640" defTabSz="393192">
              <a:spcBef>
                <a:spcPts val="600"/>
              </a:spcBef>
              <a:defRPr sz="2750"/>
            </a:pPr>
            <a:endParaRPr lang="en-US"/>
          </a:p>
          <a:p>
            <a:pPr marL="294640" indent="-294640" defTabSz="393192">
              <a:spcBef>
                <a:spcPts val="600"/>
              </a:spcBef>
              <a:defRPr sz="2750"/>
            </a:pPr>
            <a:r>
              <a:rPr lang="en-US"/>
              <a:t>AI must deliver an accurate, reasonable and understandable explanation</a:t>
            </a:r>
            <a:endParaRPr err="1"/>
          </a:p>
          <a:p>
            <a:pPr marL="294640" indent="-294640" defTabSz="393192">
              <a:spcBef>
                <a:spcPts val="600"/>
              </a:spcBef>
              <a:defRPr sz="2750"/>
            </a:pPr>
            <a:endParaRPr/>
          </a:p>
          <a:p>
            <a:pPr marL="294640" indent="-294640" defTabSz="393192">
              <a:spcBef>
                <a:spcPts val="600"/>
              </a:spcBef>
              <a:defRPr sz="2750"/>
            </a:pPr>
            <a:r>
              <a:rPr lang="en-US"/>
              <a:t>We must account for and correctly handle</a:t>
            </a:r>
          </a:p>
          <a:p>
            <a:pPr marL="735330" lvl="1" indent="-294640" defTabSz="393192">
              <a:spcBef>
                <a:spcPts val="600"/>
              </a:spcBef>
              <a:buChar char="•"/>
              <a:defRPr sz="2750"/>
            </a:pPr>
            <a:r>
              <a:rPr lang="en-US"/>
              <a:t>Out-of-context questions</a:t>
            </a:r>
          </a:p>
          <a:p>
            <a:pPr marL="735330" lvl="1" indent="-294640" defTabSz="393192">
              <a:spcBef>
                <a:spcPts val="600"/>
              </a:spcBef>
              <a:buChar char="•"/>
              <a:defRPr sz="2750"/>
            </a:pPr>
            <a:r>
              <a:rPr lang="en-US"/>
              <a:t>Missing context (from RAG)</a:t>
            </a:r>
          </a:p>
          <a:p>
            <a:pPr marL="735330" lvl="1" indent="-294640" defTabSz="393192">
              <a:spcBef>
                <a:spcPts val="600"/>
              </a:spcBef>
              <a:buChar char="•"/>
              <a:defRPr sz="2750"/>
            </a:pPr>
            <a:r>
              <a:rPr lang="en-US"/>
              <a:t>Faulty responses (i.e. hallucinations)</a:t>
            </a:r>
          </a:p>
        </p:txBody>
      </p:sp>
      <p:sp>
        <p:nvSpPr>
          <p:cNvPr id="739955537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-2182"/>
            <a:ext cx="184057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9772160" name="AI In your project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AI </a:t>
            </a:r>
            <a:r>
              <a:rPr lang="de-DE"/>
              <a:t>in</a:t>
            </a:r>
            <a:r>
              <a:t> your project</a:t>
            </a:r>
            <a:r>
              <a:rPr lang="en-US"/>
              <a:t> - Convention</a:t>
            </a:r>
            <a:endParaRPr/>
          </a:p>
        </p:txBody>
      </p:sp>
      <p:sp>
        <p:nvSpPr>
          <p:cNvPr id="617241053" name="What knowledge does the intelligent technology need about humans in general?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lIns="45718" tIns="45718" rIns="45718" bIns="45718" anchor="t">
            <a:normAutofit/>
          </a:bodyPr>
          <a:lstStyle/>
          <a:p>
            <a:pPr marL="314960" indent="-314960" defTabSz="420623">
              <a:spcBef>
                <a:spcPts val="600"/>
              </a:spcBef>
              <a:defRPr sz="2950"/>
            </a:pPr>
            <a:r>
              <a:rPr lang="en-US"/>
              <a:t>Agent needs to know about</a:t>
            </a:r>
          </a:p>
          <a:p>
            <a:pPr marL="755650" lvl="1" indent="-294640" defTabSz="420623">
              <a:spcBef>
                <a:spcPts val="600"/>
              </a:spcBef>
              <a:buFont typeface="Arial"/>
              <a:buChar char="•"/>
              <a:defRPr sz="2950"/>
            </a:pPr>
            <a:r>
              <a:rPr lang="en-US"/>
              <a:t>it's application (game assistant)</a:t>
            </a:r>
          </a:p>
          <a:p>
            <a:pPr marL="755650" lvl="1" indent="-294640" defTabSz="420623">
              <a:spcBef>
                <a:spcPts val="600"/>
              </a:spcBef>
              <a:buFont typeface="Arial"/>
              <a:buChar char="•"/>
              <a:defRPr sz="2950"/>
            </a:pPr>
            <a:r>
              <a:rPr lang="en-US"/>
              <a:t>game specifics (type of game, mechanics)</a:t>
            </a:r>
          </a:p>
          <a:p>
            <a:pPr marL="314960" indent="-314960" defTabSz="420623">
              <a:spcBef>
                <a:spcPts val="600"/>
              </a:spcBef>
              <a:defRPr sz="2950"/>
            </a:pPr>
            <a:endParaRPr lang="en-US"/>
          </a:p>
          <a:p>
            <a:pPr marL="314960" indent="-314960" defTabSz="420623">
              <a:spcBef>
                <a:spcPts val="600"/>
              </a:spcBef>
              <a:defRPr sz="2950"/>
            </a:pPr>
            <a:r>
              <a:rPr lang="en-US"/>
              <a:t>Agent may adapts to the player by knowing the</a:t>
            </a:r>
          </a:p>
          <a:p>
            <a:pPr marL="755650" lvl="1" indent="-294640" defTabSz="420623">
              <a:spcBef>
                <a:spcPts val="600"/>
              </a:spcBef>
              <a:buFont typeface="Arial"/>
              <a:buChar char="•"/>
              <a:defRPr sz="2950"/>
            </a:pPr>
            <a:r>
              <a:rPr lang="en-US"/>
              <a:t>player preferences (efficiency vs exploration)</a:t>
            </a:r>
          </a:p>
          <a:p>
            <a:pPr marL="755650" lvl="1" indent="-294640" defTabSz="420623">
              <a:spcBef>
                <a:spcPts val="600"/>
              </a:spcBef>
              <a:buFont typeface="Arial"/>
              <a:buChar char="•"/>
              <a:defRPr sz="2950"/>
            </a:pPr>
            <a:r>
              <a:rPr lang="en-US"/>
              <a:t>player type (newbie, recurring player)</a:t>
            </a:r>
          </a:p>
        </p:txBody>
      </p:sp>
      <p:sp>
        <p:nvSpPr>
          <p:cNvPr id="855937497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-2182"/>
            <a:ext cx="184057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9624684" name="Picture Placeholder 3" descr="Picture Placeholder 3"/>
          <p:cNvPicPr>
            <a:picLocks noGrp="1" noChangeAspect="1"/>
          </p:cNvPicPr>
          <p:nvPr>
            <p:ph type="pic" idx="21"/>
          </p:nvPr>
        </p:nvPicPr>
        <p:blipFill rotWithShape="1">
          <a:blip r:embed="rId3"/>
          <a:stretch/>
        </p:blipFill>
        <p:spPr bwMode="auto">
          <a:prstGeom prst="rect">
            <a:avLst/>
          </a:prstGeom>
        </p:spPr>
      </p:pic>
      <p:sp>
        <p:nvSpPr>
          <p:cNvPr id="1493860345" name="Human In your Project"/>
          <p:cNvSpPr txBox="1"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Human In your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426636" name="Human Interface in your project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 fontScale="90000"/>
          </a:bodyPr>
          <a:lstStyle/>
          <a:p>
            <a:pPr>
              <a:defRPr/>
            </a:pPr>
            <a:r>
              <a:t>Human Interface in your project</a:t>
            </a:r>
            <a:r>
              <a:rPr lang="en-US"/>
              <a:t> – Input Output Interface</a:t>
            </a:r>
          </a:p>
        </p:txBody>
      </p:sp>
      <p:sp>
        <p:nvSpPr>
          <p:cNvPr id="756803047" name="What technologies will you use in the interface for human input?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lIns="45718" tIns="45718" rIns="45718" bIns="45718" anchor="t">
            <a:normAutofit/>
          </a:bodyPr>
          <a:lstStyle/>
          <a:p>
            <a:pPr>
              <a:defRPr/>
            </a:pPr>
            <a:r>
              <a:rPr lang="en-US"/>
              <a:t>Player input via microphone</a:t>
            </a:r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r>
              <a:rPr lang="en-US"/>
              <a:t>Player gets output via speakers</a:t>
            </a:r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r>
              <a:rPr lang="en-US"/>
              <a:t>GUI to visualize input and output (history)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Store interaction history to a log file</a:t>
            </a:r>
            <a:endParaRPr/>
          </a:p>
        </p:txBody>
      </p:sp>
      <p:sp>
        <p:nvSpPr>
          <p:cNvPr id="2051227084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-2182"/>
            <a:ext cx="184057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2E92B-30B6-470A-598C-02AA87F78F6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426636" name="Human Interface in your project">
            <a:extLst>
              <a:ext uri="{FF2B5EF4-FFF2-40B4-BE49-F238E27FC236}">
                <a16:creationId xmlns:a16="http://schemas.microsoft.com/office/drawing/2014/main" id="{D1968895-9CC5-CADF-7F9F-B1A56FF0C712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 fontScale="90000"/>
          </a:bodyPr>
          <a:lstStyle/>
          <a:p>
            <a:pPr>
              <a:defRPr/>
            </a:pPr>
            <a:r>
              <a:t>Human Interface in your project</a:t>
            </a:r>
            <a:r>
              <a:rPr lang="en-US"/>
              <a:t> – Understanding the AI</a:t>
            </a:r>
            <a:endParaRPr/>
          </a:p>
        </p:txBody>
      </p:sp>
      <p:sp>
        <p:nvSpPr>
          <p:cNvPr id="756803047" name="What technologies will you use in the interface for human input?…">
            <a:extLst>
              <a:ext uri="{FF2B5EF4-FFF2-40B4-BE49-F238E27FC236}">
                <a16:creationId xmlns:a16="http://schemas.microsoft.com/office/drawing/2014/main" id="{8BEB5BF4-49D9-EA2D-3239-6FF1735967DF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lIns="45718" tIns="45718" rIns="45718" bIns="45718" anchor="t">
            <a:normAutofit/>
          </a:bodyPr>
          <a:lstStyle/>
          <a:p>
            <a:pPr>
              <a:defRPr/>
            </a:pPr>
            <a:r>
              <a:rPr lang="en-US"/>
              <a:t>Output must not be too short or too long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On point</a:t>
            </a:r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r>
              <a:rPr lang="en-US"/>
              <a:t>Easy to understand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Explainable</a:t>
            </a:r>
          </a:p>
        </p:txBody>
      </p:sp>
      <p:sp>
        <p:nvSpPr>
          <p:cNvPr id="2051227084" name="Slide Number">
            <a:extLst>
              <a:ext uri="{FF2B5EF4-FFF2-40B4-BE49-F238E27FC236}">
                <a16:creationId xmlns:a16="http://schemas.microsoft.com/office/drawing/2014/main" id="{9D1CCAA8-FE9A-9C3C-ADEF-87DB6917CA4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-2182"/>
            <a:ext cx="184057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485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567DE-6480-3525-431D-A42B4493E3E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426636" name="Human Interface in your project">
            <a:extLst>
              <a:ext uri="{FF2B5EF4-FFF2-40B4-BE49-F238E27FC236}">
                <a16:creationId xmlns:a16="http://schemas.microsoft.com/office/drawing/2014/main" id="{751EA009-9C20-092D-7300-03A5012A2076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>
            <a:normAutofit fontScale="90000"/>
          </a:bodyPr>
          <a:lstStyle/>
          <a:p>
            <a:pPr>
              <a:defRPr/>
            </a:pPr>
            <a:r>
              <a:t>Human Interface in your project</a:t>
            </a:r>
            <a:r>
              <a:rPr lang="de-DE"/>
              <a:t> - Technologies</a:t>
            </a:r>
            <a:endParaRPr/>
          </a:p>
        </p:txBody>
      </p:sp>
      <p:sp>
        <p:nvSpPr>
          <p:cNvPr id="756803047" name="What technologies will you use in the interface for human input?…">
            <a:extLst>
              <a:ext uri="{FF2B5EF4-FFF2-40B4-BE49-F238E27FC236}">
                <a16:creationId xmlns:a16="http://schemas.microsoft.com/office/drawing/2014/main" id="{D9258130-747A-C7DD-F827-A21E1400DE12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lIns="45718" tIns="45718" rIns="45718" bIns="45718" anchor="t">
            <a:normAutofit fontScale="92500"/>
          </a:bodyPr>
          <a:lstStyle/>
          <a:p>
            <a:pPr>
              <a:defRPr/>
            </a:pPr>
            <a:r>
              <a:rPr lang="de-DE"/>
              <a:t>What technologies will you use in the interface for human input?</a:t>
            </a:r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de-DE"/>
              <a:t>Interface </a:t>
            </a:r>
            <a:r>
              <a:rPr lang="de-DE" err="1"/>
              <a:t>technologies</a:t>
            </a:r>
            <a:r>
              <a:rPr lang="de-DE"/>
              <a:t>: </a:t>
            </a:r>
            <a:r>
              <a:rPr lang="de-DE" err="1"/>
              <a:t>Whisper</a:t>
            </a:r>
            <a:r>
              <a:rPr lang="de-DE"/>
              <a:t>, Piper</a:t>
            </a:r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de-DE"/>
              <a:t>User </a:t>
            </a:r>
            <a:r>
              <a:rPr lang="de-DE" err="1"/>
              <a:t>feedback</a:t>
            </a:r>
            <a:r>
              <a:rPr lang="de-DE"/>
              <a:t> </a:t>
            </a:r>
            <a:r>
              <a:rPr lang="de-DE" err="1"/>
              <a:t>included</a:t>
            </a:r>
            <a:r>
              <a:rPr lang="de-DE"/>
              <a:t> 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response</a:t>
            </a:r>
            <a:r>
              <a:rPr lang="de-DE"/>
              <a:t> (</a:t>
            </a:r>
            <a:r>
              <a:rPr lang="de-DE" err="1"/>
              <a:t>error</a:t>
            </a:r>
            <a:r>
              <a:rPr lang="de-DE"/>
              <a:t> </a:t>
            </a:r>
            <a:r>
              <a:rPr lang="de-DE" err="1"/>
              <a:t>message</a:t>
            </a:r>
            <a:r>
              <a:rPr lang="de-DE"/>
              <a:t>)</a:t>
            </a:r>
          </a:p>
          <a:p>
            <a:pPr>
              <a:defRPr/>
            </a:pPr>
            <a:endParaRPr lang="de-DE"/>
          </a:p>
          <a:p>
            <a:pPr>
              <a:defRPr/>
            </a:pPr>
            <a:r>
              <a:rPr lang="de-DE"/>
              <a:t>Data </a:t>
            </a:r>
            <a:r>
              <a:rPr lang="de-DE" err="1"/>
              <a:t>storage</a:t>
            </a:r>
            <a:r>
              <a:rPr lang="de-DE"/>
              <a:t>: </a:t>
            </a:r>
            <a:r>
              <a:rPr lang="de-DE" err="1"/>
              <a:t>Conversation</a:t>
            </a:r>
            <a:r>
              <a:rPr lang="de-DE"/>
              <a:t> </a:t>
            </a:r>
            <a:r>
              <a:rPr lang="de-DE" err="1"/>
              <a:t>history</a:t>
            </a:r>
            <a:r>
              <a:rPr lang="de-DE"/>
              <a:t> in GUI, </a:t>
            </a:r>
            <a:r>
              <a:rPr lang="de-DE" err="1"/>
              <a:t>stored</a:t>
            </a:r>
            <a:r>
              <a:rPr lang="de-DE"/>
              <a:t> </a:t>
            </a:r>
            <a:r>
              <a:rPr lang="de-DE" err="1"/>
              <a:t>user</a:t>
            </a:r>
            <a:r>
              <a:rPr lang="de-DE"/>
              <a:t> </a:t>
            </a:r>
            <a:r>
              <a:rPr lang="de-DE" err="1"/>
              <a:t>preferences</a:t>
            </a:r>
            <a:endParaRPr lang="de-DE"/>
          </a:p>
        </p:txBody>
      </p:sp>
      <p:sp>
        <p:nvSpPr>
          <p:cNvPr id="2051227084" name="Slide Number">
            <a:extLst>
              <a:ext uri="{FF2B5EF4-FFF2-40B4-BE49-F238E27FC236}">
                <a16:creationId xmlns:a16="http://schemas.microsoft.com/office/drawing/2014/main" id="{0FFF2619-0C07-4D6E-C80E-7244D67C737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 bwMode="auto">
          <a:xfrm>
            <a:off x="0" y="-2182"/>
            <a:ext cx="184057" cy="2692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6823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27460450" name="Picture Placeholder 3" descr="Picture Placeholder 3"/>
          <p:cNvPicPr>
            <a:picLocks noGrp="1" noChangeAspect="1"/>
          </p:cNvPicPr>
          <p:nvPr>
            <p:ph type="pic" idx="21"/>
          </p:nvPr>
        </p:nvPicPr>
        <p:blipFill rotWithShape="1">
          <a:blip r:embed="rId3"/>
          <a:stretch/>
        </p:blipFill>
        <p:spPr bwMode="auto">
          <a:prstGeom prst="rect">
            <a:avLst/>
          </a:prstGeom>
        </p:spPr>
      </p:pic>
      <p:sp>
        <p:nvSpPr>
          <p:cNvPr id="1039496930" name="The Plan"/>
          <p:cNvSpPr txBox="1"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The Plan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9ECBB-C077-4072-C290-13877D4774B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387129" name="Roadmap">
            <a:extLst>
              <a:ext uri="{FF2B5EF4-FFF2-40B4-BE49-F238E27FC236}">
                <a16:creationId xmlns:a16="http://schemas.microsoft.com/office/drawing/2014/main" id="{E582D339-F4FE-51AB-37E8-F1997EA7110D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Roadmap</a:t>
            </a:r>
          </a:p>
        </p:txBody>
      </p:sp>
      <p:sp>
        <p:nvSpPr>
          <p:cNvPr id="1431850107" name="First steps.…">
            <a:extLst>
              <a:ext uri="{FF2B5EF4-FFF2-40B4-BE49-F238E27FC236}">
                <a16:creationId xmlns:a16="http://schemas.microsoft.com/office/drawing/2014/main" id="{1AA5F91D-2331-DEB4-F3F0-DCD0D69C040C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lIns="45718" tIns="45718" rIns="45718" bIns="45718" anchor="t">
            <a:normAutofit fontScale="92500" lnSpcReduction="20000"/>
          </a:bodyPr>
          <a:lstStyle/>
          <a:p>
            <a:pPr marL="239395" indent="-291465" defTabSz="388620">
              <a:spcBef>
                <a:spcPts val="500"/>
              </a:spcBef>
              <a:buFont typeface="Helvetica"/>
              <a:buChar char="•"/>
              <a:defRPr sz="2700"/>
            </a:pPr>
            <a:r>
              <a:rPr sz="2700"/>
              <a:t>M1 December </a:t>
            </a:r>
            <a:r>
              <a:rPr lang="de-DE" sz="2700"/>
              <a:t>15. 2025</a:t>
            </a:r>
          </a:p>
          <a:p>
            <a:pPr marL="680085" lvl="1" indent="-291465" defTabSz="388620">
              <a:spcBef>
                <a:spcPts val="500"/>
              </a:spcBef>
              <a:buFont typeface="Helvetica"/>
              <a:buChar char="•"/>
              <a:defRPr sz="2700"/>
            </a:pPr>
            <a:r>
              <a:rPr lang="de-DE" sz="2700" err="1"/>
              <a:t>Finished</a:t>
            </a:r>
            <a:r>
              <a:rPr lang="de-DE" sz="2700"/>
              <a:t> S2S </a:t>
            </a:r>
            <a:r>
              <a:rPr lang="en-US" sz="2700"/>
              <a:t>pipeline</a:t>
            </a:r>
          </a:p>
          <a:p>
            <a:pPr marL="680085" lvl="1" indent="-291465" defTabSz="388620">
              <a:spcBef>
                <a:spcPts val="500"/>
              </a:spcBef>
              <a:buFont typeface="Helvetica"/>
              <a:buChar char="•"/>
              <a:defRPr sz="2700"/>
            </a:pPr>
            <a:r>
              <a:rPr lang="en-US"/>
              <a:t>Dummy input is successfully processed</a:t>
            </a:r>
            <a:br>
              <a:rPr lang="en-US"/>
            </a:br>
            <a:endParaRPr lang="en-US"/>
          </a:p>
          <a:p>
            <a:pPr marL="239395" defTabSz="388620">
              <a:spcBef>
                <a:spcPts val="500"/>
              </a:spcBef>
              <a:buChar char="•"/>
              <a:defRPr sz="2700"/>
            </a:pPr>
            <a:r>
              <a:t>M2 January </a:t>
            </a:r>
            <a:r>
              <a:rPr lang="de-DE"/>
              <a:t>12. 2026</a:t>
            </a:r>
            <a:endParaRPr/>
          </a:p>
          <a:p>
            <a:pPr marL="680085" lvl="1" indent="-291465" defTabSz="388620">
              <a:spcBef>
                <a:spcPts val="500"/>
              </a:spcBef>
              <a:buFont typeface="Helvetica"/>
              <a:buChar char="•"/>
              <a:defRPr sz="2700"/>
            </a:pPr>
            <a:r>
              <a:rPr lang="de-DE" err="1"/>
              <a:t>Finished</a:t>
            </a:r>
            <a:r>
              <a:rPr lang="de-DE"/>
              <a:t> prototype</a:t>
            </a:r>
            <a:endParaRPr/>
          </a:p>
          <a:p>
            <a:pPr marL="680085" lvl="1" indent="-291465" defTabSz="388620">
              <a:spcBef>
                <a:spcPts val="500"/>
              </a:spcBef>
              <a:defRPr sz="2700"/>
            </a:pPr>
            <a:endParaRPr lang="de-DE"/>
          </a:p>
          <a:p>
            <a:pPr marL="291465" indent="-291465" defTabSz="388620">
              <a:spcBef>
                <a:spcPts val="500"/>
              </a:spcBef>
              <a:defRPr sz="2700"/>
            </a:pPr>
            <a:r>
              <a:t>Requirements or needs:</a:t>
            </a:r>
          </a:p>
          <a:p>
            <a:pPr marL="680085" lvl="1" indent="-291465" defTabSz="388620">
              <a:spcBef>
                <a:spcPts val="500"/>
              </a:spcBef>
              <a:buChar char="•"/>
              <a:defRPr sz="2700"/>
            </a:pPr>
            <a:r>
              <a:t>Do you need access to hardware?</a:t>
            </a:r>
            <a:r>
              <a:rPr lang="de-DE"/>
              <a:t> - </a:t>
            </a:r>
            <a:r>
              <a:rPr lang="de-DE" err="1"/>
              <a:t>No</a:t>
            </a:r>
            <a:endParaRPr err="1"/>
          </a:p>
          <a:p>
            <a:pPr marL="680085" lvl="1" indent="-291465" defTabSz="388620">
              <a:spcBef>
                <a:spcPts val="500"/>
              </a:spcBef>
              <a:buChar char="•"/>
              <a:defRPr sz="2700"/>
            </a:pPr>
            <a:r>
              <a:t>Do you need access to software?</a:t>
            </a:r>
            <a:r>
              <a:rPr lang="de-DE"/>
              <a:t> - </a:t>
            </a:r>
            <a:r>
              <a:rPr lang="de-DE" err="1"/>
              <a:t>No</a:t>
            </a:r>
            <a:endParaRPr err="1"/>
          </a:p>
          <a:p>
            <a:pPr marL="680085" lvl="1" indent="-291465" defTabSz="388620">
              <a:spcBef>
                <a:spcPts val="500"/>
              </a:spcBef>
              <a:buChar char="•"/>
              <a:defRPr sz="2700"/>
            </a:pPr>
            <a:r>
              <a:t>Will you work in the lab?</a:t>
            </a:r>
            <a:r>
              <a:rPr lang="de-DE"/>
              <a:t> - </a:t>
            </a:r>
            <a:r>
              <a:rPr lang="de-DE" err="1"/>
              <a:t>No</a:t>
            </a:r>
            <a:endParaRPr err="1"/>
          </a:p>
        </p:txBody>
      </p:sp>
      <p:sp>
        <p:nvSpPr>
          <p:cNvPr id="1374707577" name="Slide Number">
            <a:extLst>
              <a:ext uri="{FF2B5EF4-FFF2-40B4-BE49-F238E27FC236}">
                <a16:creationId xmlns:a16="http://schemas.microsoft.com/office/drawing/2014/main" id="{6C14DE18-D390-7A8C-2D3B-E4BBFF4F3C4B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1379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563406" name="Thank you!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Thank you!</a:t>
            </a:r>
          </a:p>
        </p:txBody>
      </p:sp>
      <p:sp>
        <p:nvSpPr>
          <p:cNvPr id="752296611" name="Next class"/>
          <p:cNvSpPr txBox="1"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Next class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Gill Sans Light"/>
        <a:ea typeface="Gill Sans Light"/>
        <a:cs typeface="Gill Sans Light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round/>
        </a:ln>
        <a:effectLst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  <a:effectLst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Gill Sans Light"/>
        <a:ea typeface="Gill Sans Light"/>
        <a:cs typeface="Gill Sans Light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round/>
        </a:ln>
        <a:effectLst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  <a:effectLst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Breitbild</PresentationFormat>
  <Slides>17</Slides>
  <Notes>17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18" baseType="lpstr">
      <vt:lpstr>Office Theme</vt:lpstr>
      <vt:lpstr>Game Assistant</vt:lpstr>
      <vt:lpstr>Project Topic</vt:lpstr>
      <vt:lpstr>PowerPoint-Präsentation</vt:lpstr>
      <vt:lpstr>AI in your project - Overview</vt:lpstr>
      <vt:lpstr>AI in your project - Flow</vt:lpstr>
      <vt:lpstr>AI in your project - Reasoning </vt:lpstr>
      <vt:lpstr>AI in your project - Technicals </vt:lpstr>
      <vt:lpstr>AI in your project - Data </vt:lpstr>
      <vt:lpstr>AI in your project - Understanding</vt:lpstr>
      <vt:lpstr>AI in your project - Convention</vt:lpstr>
      <vt:lpstr>PowerPoint-Präsentation</vt:lpstr>
      <vt:lpstr>Human Interface in your project – Input Output Interface</vt:lpstr>
      <vt:lpstr>Human Interface in your project – Understanding the AI</vt:lpstr>
      <vt:lpstr>Human Interface in your project - Technologies</vt:lpstr>
      <vt:lpstr>PowerPoint-Präsentation</vt:lpstr>
      <vt:lpstr>Roadmap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7</cp:revision>
  <dcterms:modified xsi:type="dcterms:W3CDTF">2025-11-24T18:25:35Z</dcterms:modified>
</cp:coreProperties>
</file>