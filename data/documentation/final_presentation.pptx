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5" r:id="rId6"/>
    <p:sldId id="277" r:id="rId7"/>
    <p:sldId id="297" r:id="rId8"/>
    <p:sldId id="298" r:id="rId9"/>
    <p:sldId id="301" r:id="rId10"/>
    <p:sldId id="299" r:id="rId11"/>
    <p:sldId id="302" r:id="rId12"/>
    <p:sldId id="304" r:id="rId13"/>
    <p:sldId id="306" r:id="rId14"/>
    <p:sldId id="305" r:id="rId15"/>
    <p:sldId id="303" r:id="rId16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F2BF0-F060-62DB-F5AF-1D25B5AA4F80}" v="170" dt="2026-02-02T15:41:30.709"/>
    <p1510:client id="{444DE2B3-8D7B-3987-FFF1-564C2C8DC369}" v="28" dt="2026-02-02T17:06:41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5016" y="12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s Feldgrill" userId="fc6208b7d5096507" providerId="LiveId" clId="{D0E9CBC9-B4BD-49D3-A548-64923E0DA870}"/>
    <pc:docChg chg="undo redo custSel addSld delSld modSld modMainMaster">
      <pc:chgData name="Lukas Feldgrill" userId="fc6208b7d5096507" providerId="LiveId" clId="{D0E9CBC9-B4BD-49D3-A548-64923E0DA870}" dt="2026-01-30T10:45:37.957" v="3472" actId="20577"/>
      <pc:docMkLst>
        <pc:docMk/>
      </pc:docMkLst>
      <pc:sldChg chg="modSp mod">
        <pc:chgData name="Lukas Feldgrill" userId="fc6208b7d5096507" providerId="LiveId" clId="{D0E9CBC9-B4BD-49D3-A548-64923E0DA870}" dt="2026-01-29T11:44:59.500" v="54" actId="20577"/>
        <pc:sldMkLst>
          <pc:docMk/>
          <pc:sldMk cId="1642425379" sldId="256"/>
        </pc:sldMkLst>
        <pc:spChg chg="mod">
          <ac:chgData name="Lukas Feldgrill" userId="fc6208b7d5096507" providerId="LiveId" clId="{D0E9CBC9-B4BD-49D3-A548-64923E0DA870}" dt="2026-01-29T11:44:59.500" v="54" actId="20577"/>
          <ac:spMkLst>
            <pc:docMk/>
            <pc:sldMk cId="1642425379" sldId="256"/>
            <ac:spMk id="2" creationId="{216815C6-3AD0-46E6-A74A-1967BD91AF50}"/>
          </ac:spMkLst>
        </pc:spChg>
        <pc:spChg chg="mod">
          <ac:chgData name="Lukas Feldgrill" userId="fc6208b7d5096507" providerId="LiveId" clId="{D0E9CBC9-B4BD-49D3-A548-64923E0DA870}" dt="2026-01-29T11:44:40.847" v="23" actId="20577"/>
          <ac:spMkLst>
            <pc:docMk/>
            <pc:sldMk cId="1642425379" sldId="256"/>
            <ac:spMk id="3" creationId="{1901B20D-4C28-4DA3-ABBD-718C22A5E58B}"/>
          </ac:spMkLst>
        </pc:spChg>
      </pc:sldChg>
      <pc:sldChg chg="addSp delSp modSp mod">
        <pc:chgData name="Lukas Feldgrill" userId="fc6208b7d5096507" providerId="LiveId" clId="{D0E9CBC9-B4BD-49D3-A548-64923E0DA870}" dt="2026-01-29T13:03:58.148" v="1260" actId="20577"/>
        <pc:sldMkLst>
          <pc:docMk/>
          <pc:sldMk cId="2243494996" sldId="277"/>
        </pc:sldMkLst>
        <pc:spChg chg="mod">
          <ac:chgData name="Lukas Feldgrill" userId="fc6208b7d5096507" providerId="LiveId" clId="{D0E9CBC9-B4BD-49D3-A548-64923E0DA870}" dt="2026-01-29T12:12:59.485" v="634" actId="14100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kas Feldgrill" userId="fc6208b7d5096507" providerId="LiveId" clId="{D0E9CBC9-B4BD-49D3-A548-64923E0DA870}" dt="2026-01-29T13:03:58.148" v="1260" actId="20577"/>
          <ac:spMkLst>
            <pc:docMk/>
            <pc:sldMk cId="2243494996" sldId="277"/>
            <ac:spMk id="3" creationId="{35E3EA69-4E0E-41BD-8095-A124225A2647}"/>
          </ac:spMkLst>
        </pc:spChg>
      </pc:sldChg>
      <pc:sldChg chg="addSp delSp modSp new mod">
        <pc:chgData name="Lukas Feldgrill" userId="fc6208b7d5096507" providerId="LiveId" clId="{D0E9CBC9-B4BD-49D3-A548-64923E0DA870}" dt="2026-01-29T12:23:47.820" v="943" actId="1076"/>
        <pc:sldMkLst>
          <pc:docMk/>
          <pc:sldMk cId="2213695424" sldId="295"/>
        </pc:sldMkLst>
        <pc:spChg chg="mod">
          <ac:chgData name="Lukas Feldgrill" userId="fc6208b7d5096507" providerId="LiveId" clId="{D0E9CBC9-B4BD-49D3-A548-64923E0DA870}" dt="2026-01-29T11:51:37.452" v="112" actId="20577"/>
          <ac:spMkLst>
            <pc:docMk/>
            <pc:sldMk cId="2213695424" sldId="295"/>
            <ac:spMk id="2" creationId="{8CC56152-7C9E-EA7E-5AF9-4060661357AB}"/>
          </ac:spMkLst>
        </pc:spChg>
        <pc:spChg chg="mod">
          <ac:chgData name="Lukas Feldgrill" userId="fc6208b7d5096507" providerId="LiveId" clId="{D0E9CBC9-B4BD-49D3-A548-64923E0DA870}" dt="2026-01-29T12:05:20.636" v="483" actId="207"/>
          <ac:spMkLst>
            <pc:docMk/>
            <pc:sldMk cId="2213695424" sldId="295"/>
            <ac:spMk id="3" creationId="{E768DB5B-53EC-EDA5-C51A-567C940B3DA8}"/>
          </ac:spMkLst>
        </pc:spChg>
        <pc:spChg chg="add mod">
          <ac:chgData name="Lukas Feldgrill" userId="fc6208b7d5096507" providerId="LiveId" clId="{D0E9CBC9-B4BD-49D3-A548-64923E0DA870}" dt="2026-01-29T12:03:19.882" v="474" actId="20577"/>
          <ac:spMkLst>
            <pc:docMk/>
            <pc:sldMk cId="2213695424" sldId="295"/>
            <ac:spMk id="7" creationId="{52D10C34-520A-2749-E216-7DC39A56F628}"/>
          </ac:spMkLst>
        </pc:spChg>
        <pc:picChg chg="add mod">
          <ac:chgData name="Lukas Feldgrill" userId="fc6208b7d5096507" providerId="LiveId" clId="{D0E9CBC9-B4BD-49D3-A548-64923E0DA870}" dt="2026-01-29T12:23:47.820" v="943" actId="1076"/>
          <ac:picMkLst>
            <pc:docMk/>
            <pc:sldMk cId="2213695424" sldId="295"/>
            <ac:picMk id="9" creationId="{EBA524AB-D8EB-F90A-9A53-1314032422B5}"/>
          </ac:picMkLst>
        </pc:picChg>
        <pc:picChg chg="add mod">
          <ac:chgData name="Lukas Feldgrill" userId="fc6208b7d5096507" providerId="LiveId" clId="{D0E9CBC9-B4BD-49D3-A548-64923E0DA870}" dt="2026-01-29T12:15:47.328" v="701" actId="14100"/>
          <ac:picMkLst>
            <pc:docMk/>
            <pc:sldMk cId="2213695424" sldId="295"/>
            <ac:picMk id="13" creationId="{14B70FF5-8277-EEC6-E41E-D3DEA6328F86}"/>
          </ac:picMkLst>
        </pc:picChg>
        <pc:picChg chg="add mod">
          <ac:chgData name="Lukas Feldgrill" userId="fc6208b7d5096507" providerId="LiveId" clId="{D0E9CBC9-B4BD-49D3-A548-64923E0DA870}" dt="2026-01-29T12:15:49.731" v="702" actId="14100"/>
          <ac:picMkLst>
            <pc:docMk/>
            <pc:sldMk cId="2213695424" sldId="295"/>
            <ac:picMk id="1034" creationId="{9B491426-2488-ED4C-8DD2-4812B5CEE761}"/>
          </ac:picMkLst>
        </pc:picChg>
      </pc:sldChg>
      <pc:sldChg chg="addSp delSp modSp add mod">
        <pc:chgData name="Lukas Feldgrill" userId="fc6208b7d5096507" providerId="LiveId" clId="{D0E9CBC9-B4BD-49D3-A548-64923E0DA870}" dt="2026-01-29T12:33:44.351" v="1054" actId="207"/>
        <pc:sldMkLst>
          <pc:docMk/>
          <pc:sldMk cId="2593083113" sldId="297"/>
        </pc:sldMkLst>
        <pc:spChg chg="mod">
          <ac:chgData name="Lukas Feldgrill" userId="fc6208b7d5096507" providerId="LiveId" clId="{D0E9CBC9-B4BD-49D3-A548-64923E0DA870}" dt="2026-01-29T12:30:14.001" v="1043" actId="14100"/>
          <ac:spMkLst>
            <pc:docMk/>
            <pc:sldMk cId="2593083113" sldId="297"/>
            <ac:spMk id="2" creationId="{95AD7694-5E8C-D6C7-9519-D9F7A82599BB}"/>
          </ac:spMkLst>
        </pc:spChg>
        <pc:spChg chg="mod">
          <ac:chgData name="Lukas Feldgrill" userId="fc6208b7d5096507" providerId="LiveId" clId="{D0E9CBC9-B4BD-49D3-A548-64923E0DA870}" dt="2026-01-29T12:29:54.129" v="1040" actId="120"/>
          <ac:spMkLst>
            <pc:docMk/>
            <pc:sldMk cId="2593083113" sldId="297"/>
            <ac:spMk id="3" creationId="{2253B439-1B0E-3EE4-0EA0-A0263C1F5160}"/>
          </ac:spMkLst>
        </pc:spChg>
        <pc:spChg chg="mod">
          <ac:chgData name="Lukas Feldgrill" userId="fc6208b7d5096507" providerId="LiveId" clId="{D0E9CBC9-B4BD-49D3-A548-64923E0DA870}" dt="2026-01-29T12:29:40.393" v="1039" actId="12"/>
          <ac:spMkLst>
            <pc:docMk/>
            <pc:sldMk cId="2593083113" sldId="297"/>
            <ac:spMk id="4" creationId="{08DA729B-E3F1-16D8-C682-F48537A9BEB5}"/>
          </ac:spMkLst>
        </pc:spChg>
        <pc:spChg chg="mod">
          <ac:chgData name="Lukas Feldgrill" userId="fc6208b7d5096507" providerId="LiveId" clId="{D0E9CBC9-B4BD-49D3-A548-64923E0DA870}" dt="2026-01-29T12:29:54.129" v="1040" actId="120"/>
          <ac:spMkLst>
            <pc:docMk/>
            <pc:sldMk cId="2593083113" sldId="297"/>
            <ac:spMk id="5" creationId="{943034D3-FD91-029A-86A1-FBF3EE125383}"/>
          </ac:spMkLst>
        </pc:spChg>
        <pc:spChg chg="mod">
          <ac:chgData name="Lukas Feldgrill" userId="fc6208b7d5096507" providerId="LiveId" clId="{D0E9CBC9-B4BD-49D3-A548-64923E0DA870}" dt="2026-01-29T12:29:40.393" v="1039" actId="12"/>
          <ac:spMkLst>
            <pc:docMk/>
            <pc:sldMk cId="2593083113" sldId="297"/>
            <ac:spMk id="6" creationId="{B4F82C07-1595-8E07-CD6D-0770E00F8B5B}"/>
          </ac:spMkLst>
        </pc:spChg>
        <pc:picChg chg="add mod">
          <ac:chgData name="Lukas Feldgrill" userId="fc6208b7d5096507" providerId="LiveId" clId="{D0E9CBC9-B4BD-49D3-A548-64923E0DA870}" dt="2026-01-29T12:31:25.564" v="1049" actId="207"/>
          <ac:picMkLst>
            <pc:docMk/>
            <pc:sldMk cId="2593083113" sldId="297"/>
            <ac:picMk id="20" creationId="{B267B1DA-6EAF-64C6-4F3F-1DB5F3C47DC2}"/>
          </ac:picMkLst>
        </pc:picChg>
        <pc:picChg chg="add mod">
          <ac:chgData name="Lukas Feldgrill" userId="fc6208b7d5096507" providerId="LiveId" clId="{D0E9CBC9-B4BD-49D3-A548-64923E0DA870}" dt="2026-01-29T12:33:44.351" v="1054" actId="207"/>
          <ac:picMkLst>
            <pc:docMk/>
            <pc:sldMk cId="2593083113" sldId="297"/>
            <ac:picMk id="22" creationId="{AB8FB9D8-72E9-03A9-F2F4-D9E3D26DB42E}"/>
          </ac:picMkLst>
        </pc:picChg>
      </pc:sldChg>
      <pc:sldChg chg="addSp delSp modSp new mod">
        <pc:chgData name="Lukas Feldgrill" userId="fc6208b7d5096507" providerId="LiveId" clId="{D0E9CBC9-B4BD-49D3-A548-64923E0DA870}" dt="2026-01-29T13:06:03.523" v="1313" actId="20577"/>
        <pc:sldMkLst>
          <pc:docMk/>
          <pc:sldMk cId="3914703833" sldId="298"/>
        </pc:sldMkLst>
        <pc:spChg chg="mod">
          <ac:chgData name="Lukas Feldgrill" userId="fc6208b7d5096507" providerId="LiveId" clId="{D0E9CBC9-B4BD-49D3-A548-64923E0DA870}" dt="2026-01-29T13:06:03.523" v="1313" actId="20577"/>
          <ac:spMkLst>
            <pc:docMk/>
            <pc:sldMk cId="3914703833" sldId="298"/>
            <ac:spMk id="3" creationId="{D9141EF8-9392-146C-252A-F5EBBA014628}"/>
          </ac:spMkLst>
        </pc:spChg>
        <pc:picChg chg="add mod">
          <ac:chgData name="Lukas Feldgrill" userId="fc6208b7d5096507" providerId="LiveId" clId="{D0E9CBC9-B4BD-49D3-A548-64923E0DA870}" dt="2026-01-29T12:56:29.207" v="1080" actId="1076"/>
          <ac:picMkLst>
            <pc:docMk/>
            <pc:sldMk cId="3914703833" sldId="298"/>
            <ac:picMk id="9" creationId="{871A474C-09E5-350F-03D4-B4FE78821F2C}"/>
          </ac:picMkLst>
        </pc:picChg>
      </pc:sldChg>
      <pc:sldChg chg="modSp new mod">
        <pc:chgData name="Lukas Feldgrill" userId="fc6208b7d5096507" providerId="LiveId" clId="{D0E9CBC9-B4BD-49D3-A548-64923E0DA870}" dt="2026-01-29T13:17:43.750" v="1857" actId="20577"/>
        <pc:sldMkLst>
          <pc:docMk/>
          <pc:sldMk cId="2352345969" sldId="299"/>
        </pc:sldMkLst>
        <pc:spChg chg="mod">
          <ac:chgData name="Lukas Feldgrill" userId="fc6208b7d5096507" providerId="LiveId" clId="{D0E9CBC9-B4BD-49D3-A548-64923E0DA870}" dt="2026-01-29T12:59:49.849" v="1131" actId="20577"/>
          <ac:spMkLst>
            <pc:docMk/>
            <pc:sldMk cId="2352345969" sldId="299"/>
            <ac:spMk id="2" creationId="{A5E231F2-A1BE-5792-7A6D-D1F038C230D5}"/>
          </ac:spMkLst>
        </pc:spChg>
        <pc:spChg chg="mod">
          <ac:chgData name="Lukas Feldgrill" userId="fc6208b7d5096507" providerId="LiveId" clId="{D0E9CBC9-B4BD-49D3-A548-64923E0DA870}" dt="2026-01-29T13:00:25.758" v="1153" actId="1076"/>
          <ac:spMkLst>
            <pc:docMk/>
            <pc:sldMk cId="2352345969" sldId="299"/>
            <ac:spMk id="3" creationId="{1F041106-06C6-B24B-E74C-8458819B289B}"/>
          </ac:spMkLst>
        </pc:spChg>
        <pc:spChg chg="mod">
          <ac:chgData name="Lukas Feldgrill" userId="fc6208b7d5096507" providerId="LiveId" clId="{D0E9CBC9-B4BD-49D3-A548-64923E0DA870}" dt="2026-01-29T13:17:43.750" v="1857" actId="20577"/>
          <ac:spMkLst>
            <pc:docMk/>
            <pc:sldMk cId="2352345969" sldId="299"/>
            <ac:spMk id="4" creationId="{45EB78DD-ACEC-EF00-6DC6-0F1E8741A7AC}"/>
          </ac:spMkLst>
        </pc:spChg>
        <pc:spChg chg="mod">
          <ac:chgData name="Lukas Feldgrill" userId="fc6208b7d5096507" providerId="LiveId" clId="{D0E9CBC9-B4BD-49D3-A548-64923E0DA870}" dt="2026-01-29T13:00:25.758" v="1153" actId="1076"/>
          <ac:spMkLst>
            <pc:docMk/>
            <pc:sldMk cId="2352345969" sldId="299"/>
            <ac:spMk id="5" creationId="{097E50EC-313D-9B11-7E22-CD703FE3A8AF}"/>
          </ac:spMkLst>
        </pc:spChg>
        <pc:spChg chg="mod">
          <ac:chgData name="Lukas Feldgrill" userId="fc6208b7d5096507" providerId="LiveId" clId="{D0E9CBC9-B4BD-49D3-A548-64923E0DA870}" dt="2026-01-29T13:17:40.704" v="1856" actId="20577"/>
          <ac:spMkLst>
            <pc:docMk/>
            <pc:sldMk cId="2352345969" sldId="299"/>
            <ac:spMk id="6" creationId="{3F6BE940-144A-2A55-4144-C3B335A75322}"/>
          </ac:spMkLst>
        </pc:spChg>
      </pc:sldChg>
      <pc:sldChg chg="modSp new mod">
        <pc:chgData name="Lukas Feldgrill" userId="fc6208b7d5096507" providerId="LiveId" clId="{D0E9CBC9-B4BD-49D3-A548-64923E0DA870}" dt="2026-01-29T13:19:15.033" v="1879" actId="1076"/>
        <pc:sldMkLst>
          <pc:docMk/>
          <pc:sldMk cId="3511003188" sldId="301"/>
        </pc:sldMkLst>
        <pc:spChg chg="mod">
          <ac:chgData name="Lukas Feldgrill" userId="fc6208b7d5096507" providerId="LiveId" clId="{D0E9CBC9-B4BD-49D3-A548-64923E0DA870}" dt="2026-01-29T13:07:16.162" v="1337" actId="20577"/>
          <ac:spMkLst>
            <pc:docMk/>
            <pc:sldMk cId="3511003188" sldId="301"/>
            <ac:spMk id="2" creationId="{432C1CA5-F347-1F6D-8965-77A849B9E702}"/>
          </ac:spMkLst>
        </pc:spChg>
        <pc:spChg chg="mod">
          <ac:chgData name="Lukas Feldgrill" userId="fc6208b7d5096507" providerId="LiveId" clId="{D0E9CBC9-B4BD-49D3-A548-64923E0DA870}" dt="2026-01-29T13:19:15.033" v="1879" actId="1076"/>
          <ac:spMkLst>
            <pc:docMk/>
            <pc:sldMk cId="3511003188" sldId="301"/>
            <ac:spMk id="3" creationId="{BE767847-5F98-2950-78A1-0DEC3E9491E2}"/>
          </ac:spMkLst>
        </pc:spChg>
        <pc:spChg chg="mod">
          <ac:chgData name="Lukas Feldgrill" userId="fc6208b7d5096507" providerId="LiveId" clId="{D0E9CBC9-B4BD-49D3-A548-64923E0DA870}" dt="2026-01-29T13:19:15.033" v="1879" actId="1076"/>
          <ac:spMkLst>
            <pc:docMk/>
            <pc:sldMk cId="3511003188" sldId="301"/>
            <ac:spMk id="4" creationId="{AAA241C8-8A19-DFD0-DAC1-790C30A72698}"/>
          </ac:spMkLst>
        </pc:spChg>
        <pc:spChg chg="mod">
          <ac:chgData name="Lukas Feldgrill" userId="fc6208b7d5096507" providerId="LiveId" clId="{D0E9CBC9-B4BD-49D3-A548-64923E0DA870}" dt="2026-01-29T13:19:15.033" v="1879" actId="1076"/>
          <ac:spMkLst>
            <pc:docMk/>
            <pc:sldMk cId="3511003188" sldId="301"/>
            <ac:spMk id="5" creationId="{3C521896-D73A-D55F-647A-BAFCBEA8BFA0}"/>
          </ac:spMkLst>
        </pc:spChg>
        <pc:spChg chg="mod">
          <ac:chgData name="Lukas Feldgrill" userId="fc6208b7d5096507" providerId="LiveId" clId="{D0E9CBC9-B4BD-49D3-A548-64923E0DA870}" dt="2026-01-29T13:19:15.033" v="1879" actId="1076"/>
          <ac:spMkLst>
            <pc:docMk/>
            <pc:sldMk cId="3511003188" sldId="301"/>
            <ac:spMk id="6" creationId="{9A0A6F07-BACE-6C46-5D26-61C74682A568}"/>
          </ac:spMkLst>
        </pc:spChg>
        <pc:spChg chg="mod">
          <ac:chgData name="Lukas Feldgrill" userId="fc6208b7d5096507" providerId="LiveId" clId="{D0E9CBC9-B4BD-49D3-A548-64923E0DA870}" dt="2026-01-29T13:08:09.649" v="1394" actId="20577"/>
          <ac:spMkLst>
            <pc:docMk/>
            <pc:sldMk cId="3511003188" sldId="301"/>
            <ac:spMk id="7" creationId="{5968F2DB-B364-B4AE-7177-8A0304F6EAE2}"/>
          </ac:spMkLst>
        </pc:spChg>
        <pc:spChg chg="mod">
          <ac:chgData name="Lukas Feldgrill" userId="fc6208b7d5096507" providerId="LiveId" clId="{D0E9CBC9-B4BD-49D3-A548-64923E0DA870}" dt="2026-01-29T13:10:51.915" v="1491" actId="20577"/>
          <ac:spMkLst>
            <pc:docMk/>
            <pc:sldMk cId="3511003188" sldId="301"/>
            <ac:spMk id="8" creationId="{C4669A9F-9ADA-45CC-2792-D6FBDD9A1677}"/>
          </ac:spMkLst>
        </pc:spChg>
        <pc:spChg chg="mod">
          <ac:chgData name="Lukas Feldgrill" userId="fc6208b7d5096507" providerId="LiveId" clId="{D0E9CBC9-B4BD-49D3-A548-64923E0DA870}" dt="2026-01-29T13:08:19.945" v="1417" actId="20577"/>
          <ac:spMkLst>
            <pc:docMk/>
            <pc:sldMk cId="3511003188" sldId="301"/>
            <ac:spMk id="9" creationId="{F85C4486-06DA-33B1-4EF2-8FCE2F6C8DFD}"/>
          </ac:spMkLst>
        </pc:spChg>
        <pc:spChg chg="mod">
          <ac:chgData name="Lukas Feldgrill" userId="fc6208b7d5096507" providerId="LiveId" clId="{D0E9CBC9-B4BD-49D3-A548-64923E0DA870}" dt="2026-01-29T13:11:32.326" v="1505" actId="20577"/>
          <ac:spMkLst>
            <pc:docMk/>
            <pc:sldMk cId="3511003188" sldId="301"/>
            <ac:spMk id="10" creationId="{957A56A4-B771-06AF-6EDC-A1FA2065BAA3}"/>
          </ac:spMkLst>
        </pc:spChg>
      </pc:sldChg>
      <pc:sldChg chg="addSp delSp modSp new mod">
        <pc:chgData name="Lukas Feldgrill" userId="fc6208b7d5096507" providerId="LiveId" clId="{D0E9CBC9-B4BD-49D3-A548-64923E0DA870}" dt="2026-01-29T13:34:30.298" v="2320" actId="20577"/>
        <pc:sldMkLst>
          <pc:docMk/>
          <pc:sldMk cId="3549518407" sldId="302"/>
        </pc:sldMkLst>
        <pc:spChg chg="mod">
          <ac:chgData name="Lukas Feldgrill" userId="fc6208b7d5096507" providerId="LiveId" clId="{D0E9CBC9-B4BD-49D3-A548-64923E0DA870}" dt="2026-01-29T13:29:19.644" v="2024" actId="20577"/>
          <ac:spMkLst>
            <pc:docMk/>
            <pc:sldMk cId="3549518407" sldId="302"/>
            <ac:spMk id="2" creationId="{A25E754A-D5C3-A4FD-3E84-D1B31AFAEEF2}"/>
          </ac:spMkLst>
        </pc:spChg>
        <pc:spChg chg="mod">
          <ac:chgData name="Lukas Feldgrill" userId="fc6208b7d5096507" providerId="LiveId" clId="{D0E9CBC9-B4BD-49D3-A548-64923E0DA870}" dt="2026-01-29T13:27:43.829" v="1981" actId="20577"/>
          <ac:spMkLst>
            <pc:docMk/>
            <pc:sldMk cId="3549518407" sldId="302"/>
            <ac:spMk id="3" creationId="{7796961C-C5F6-2DC7-9C36-6BEFE711FB52}"/>
          </ac:spMkLst>
        </pc:spChg>
        <pc:spChg chg="mod">
          <ac:chgData name="Lukas Feldgrill" userId="fc6208b7d5096507" providerId="LiveId" clId="{D0E9CBC9-B4BD-49D3-A548-64923E0DA870}" dt="2026-01-29T13:34:30.298" v="2320" actId="20577"/>
          <ac:spMkLst>
            <pc:docMk/>
            <pc:sldMk cId="3549518407" sldId="302"/>
            <ac:spMk id="4" creationId="{81517C4A-BEEB-573B-2A69-69928CC46170}"/>
          </ac:spMkLst>
        </pc:spChg>
        <pc:spChg chg="add mod">
          <ac:chgData name="Lukas Feldgrill" userId="fc6208b7d5096507" providerId="LiveId" clId="{D0E9CBC9-B4BD-49D3-A548-64923E0DA870}" dt="2026-01-29T13:34:06.641" v="2307" actId="20577"/>
          <ac:spMkLst>
            <pc:docMk/>
            <pc:sldMk cId="3549518407" sldId="302"/>
            <ac:spMk id="14" creationId="{B7798F8D-D82B-2379-702A-021151AD2B29}"/>
          </ac:spMkLst>
        </pc:spChg>
        <pc:spChg chg="add mod">
          <ac:chgData name="Lukas Feldgrill" userId="fc6208b7d5096507" providerId="LiveId" clId="{D0E9CBC9-B4BD-49D3-A548-64923E0DA870}" dt="2026-01-29T13:34:11.296" v="2312" actId="20577"/>
          <ac:spMkLst>
            <pc:docMk/>
            <pc:sldMk cId="3549518407" sldId="302"/>
            <ac:spMk id="15" creationId="{73A4B638-0874-87DC-3582-BC92BD35A022}"/>
          </ac:spMkLst>
        </pc:spChg>
      </pc:sldChg>
      <pc:sldChg chg="delSp modSp new mod">
        <pc:chgData name="Lukas Feldgrill" userId="fc6208b7d5096507" providerId="LiveId" clId="{D0E9CBC9-B4BD-49D3-A548-64923E0DA870}" dt="2026-01-30T10:45:37.957" v="3472" actId="20577"/>
        <pc:sldMkLst>
          <pc:docMk/>
          <pc:sldMk cId="3040359672" sldId="303"/>
        </pc:sldMkLst>
        <pc:spChg chg="mod">
          <ac:chgData name="Lukas Feldgrill" userId="fc6208b7d5096507" providerId="LiveId" clId="{D0E9CBC9-B4BD-49D3-A548-64923E0DA870}" dt="2026-01-29T13:28:01.623" v="1991" actId="20577"/>
          <ac:spMkLst>
            <pc:docMk/>
            <pc:sldMk cId="3040359672" sldId="303"/>
            <ac:spMk id="2" creationId="{D667E4A7-3789-0D1D-00E4-29D09C97419D}"/>
          </ac:spMkLst>
        </pc:spChg>
        <pc:spChg chg="mod">
          <ac:chgData name="Lukas Feldgrill" userId="fc6208b7d5096507" providerId="LiveId" clId="{D0E9CBC9-B4BD-49D3-A548-64923E0DA870}" dt="2026-01-30T10:45:37.957" v="3472" actId="20577"/>
          <ac:spMkLst>
            <pc:docMk/>
            <pc:sldMk cId="3040359672" sldId="303"/>
            <ac:spMk id="4" creationId="{E7BE98A1-8352-37AF-96A4-C78BC9116669}"/>
          </ac:spMkLst>
        </pc:spChg>
      </pc:sldChg>
      <pc:sldChg chg="modSp new mod">
        <pc:chgData name="Lukas Feldgrill" userId="fc6208b7d5096507" providerId="LiveId" clId="{D0E9CBC9-B4BD-49D3-A548-64923E0DA870}" dt="2026-01-29T13:55:16.547" v="2626" actId="20577"/>
        <pc:sldMkLst>
          <pc:docMk/>
          <pc:sldMk cId="2101566076" sldId="304"/>
        </pc:sldMkLst>
        <pc:spChg chg="mod">
          <ac:chgData name="Lukas Feldgrill" userId="fc6208b7d5096507" providerId="LiveId" clId="{D0E9CBC9-B4BD-49D3-A548-64923E0DA870}" dt="2026-01-29T13:35:27.877" v="2328" actId="20577"/>
          <ac:spMkLst>
            <pc:docMk/>
            <pc:sldMk cId="2101566076" sldId="304"/>
            <ac:spMk id="2" creationId="{75864E68-1D1A-897C-38E4-8E5012C93900}"/>
          </ac:spMkLst>
        </pc:spChg>
        <pc:spChg chg="mod">
          <ac:chgData name="Lukas Feldgrill" userId="fc6208b7d5096507" providerId="LiveId" clId="{D0E9CBC9-B4BD-49D3-A548-64923E0DA870}" dt="2026-01-29T13:54:19.429" v="2580" actId="1076"/>
          <ac:spMkLst>
            <pc:docMk/>
            <pc:sldMk cId="2101566076" sldId="304"/>
            <ac:spMk id="3" creationId="{D542DC51-0F94-400C-3C03-EEACD5761148}"/>
          </ac:spMkLst>
        </pc:spChg>
        <pc:spChg chg="mod">
          <ac:chgData name="Lukas Feldgrill" userId="fc6208b7d5096507" providerId="LiveId" clId="{D0E9CBC9-B4BD-49D3-A548-64923E0DA870}" dt="2026-01-29T13:54:19.429" v="2580" actId="1076"/>
          <ac:spMkLst>
            <pc:docMk/>
            <pc:sldMk cId="2101566076" sldId="304"/>
            <ac:spMk id="4" creationId="{03318C2A-3CD8-F1E4-54E9-FEA924537B19}"/>
          </ac:spMkLst>
        </pc:spChg>
        <pc:spChg chg="mod">
          <ac:chgData name="Lukas Feldgrill" userId="fc6208b7d5096507" providerId="LiveId" clId="{D0E9CBC9-B4BD-49D3-A548-64923E0DA870}" dt="2026-01-29T13:54:19.429" v="2580" actId="1076"/>
          <ac:spMkLst>
            <pc:docMk/>
            <pc:sldMk cId="2101566076" sldId="304"/>
            <ac:spMk id="5" creationId="{A143FF2A-17ED-8B8F-18D9-C53EF2DFFD01}"/>
          </ac:spMkLst>
        </pc:spChg>
        <pc:spChg chg="mod">
          <ac:chgData name="Lukas Feldgrill" userId="fc6208b7d5096507" providerId="LiveId" clId="{D0E9CBC9-B4BD-49D3-A548-64923E0DA870}" dt="2026-01-29T13:55:04.200" v="2618" actId="20577"/>
          <ac:spMkLst>
            <pc:docMk/>
            <pc:sldMk cId="2101566076" sldId="304"/>
            <ac:spMk id="6" creationId="{8BB850CD-B46E-B02C-BD63-499FCC1E59C3}"/>
          </ac:spMkLst>
        </pc:spChg>
        <pc:spChg chg="mod">
          <ac:chgData name="Lukas Feldgrill" userId="fc6208b7d5096507" providerId="LiveId" clId="{D0E9CBC9-B4BD-49D3-A548-64923E0DA870}" dt="2026-01-29T13:36:11.586" v="2351" actId="20577"/>
          <ac:spMkLst>
            <pc:docMk/>
            <pc:sldMk cId="2101566076" sldId="304"/>
            <ac:spMk id="7" creationId="{B05B315B-1173-406D-F81B-6A85F1F19A98}"/>
          </ac:spMkLst>
        </pc:spChg>
        <pc:spChg chg="mod">
          <ac:chgData name="Lukas Feldgrill" userId="fc6208b7d5096507" providerId="LiveId" clId="{D0E9CBC9-B4BD-49D3-A548-64923E0DA870}" dt="2026-01-29T13:55:13.495" v="2622" actId="20577"/>
          <ac:spMkLst>
            <pc:docMk/>
            <pc:sldMk cId="2101566076" sldId="304"/>
            <ac:spMk id="8" creationId="{EFC5330C-0350-DBE2-5F2D-7D0593BA0CC5}"/>
          </ac:spMkLst>
        </pc:spChg>
        <pc:spChg chg="mod">
          <ac:chgData name="Lukas Feldgrill" userId="fc6208b7d5096507" providerId="LiveId" clId="{D0E9CBC9-B4BD-49D3-A548-64923E0DA870}" dt="2026-01-29T13:36:17.710" v="2366" actId="20577"/>
          <ac:spMkLst>
            <pc:docMk/>
            <pc:sldMk cId="2101566076" sldId="304"/>
            <ac:spMk id="9" creationId="{BEC2C905-8B1D-D39B-8048-BB6AFA133B85}"/>
          </ac:spMkLst>
        </pc:spChg>
        <pc:spChg chg="mod">
          <ac:chgData name="Lukas Feldgrill" userId="fc6208b7d5096507" providerId="LiveId" clId="{D0E9CBC9-B4BD-49D3-A548-64923E0DA870}" dt="2026-01-29T13:55:16.547" v="2626" actId="20577"/>
          <ac:spMkLst>
            <pc:docMk/>
            <pc:sldMk cId="2101566076" sldId="304"/>
            <ac:spMk id="10" creationId="{EE169E93-5E80-A44C-CD08-5A1483C4BD50}"/>
          </ac:spMkLst>
        </pc:spChg>
      </pc:sldChg>
      <pc:sldChg chg="modSp new mod">
        <pc:chgData name="Lukas Feldgrill" userId="fc6208b7d5096507" providerId="LiveId" clId="{D0E9CBC9-B4BD-49D3-A548-64923E0DA870}" dt="2026-01-30T10:45:12.821" v="3471" actId="14100"/>
        <pc:sldMkLst>
          <pc:docMk/>
          <pc:sldMk cId="3509565986" sldId="305"/>
        </pc:sldMkLst>
        <pc:spChg chg="mod">
          <ac:chgData name="Lukas Feldgrill" userId="fc6208b7d5096507" providerId="LiveId" clId="{D0E9CBC9-B4BD-49D3-A548-64923E0DA870}" dt="2026-01-29T13:55:53.838" v="2637" actId="20577"/>
          <ac:spMkLst>
            <pc:docMk/>
            <pc:sldMk cId="3509565986" sldId="305"/>
            <ac:spMk id="2" creationId="{580BCAA8-AEA3-35F3-056A-A0254C51874B}"/>
          </ac:spMkLst>
        </pc:spChg>
        <pc:spChg chg="mod">
          <ac:chgData name="Lukas Feldgrill" userId="fc6208b7d5096507" providerId="LiveId" clId="{D0E9CBC9-B4BD-49D3-A548-64923E0DA870}" dt="2026-01-29T13:56:18.263" v="2662" actId="20577"/>
          <ac:spMkLst>
            <pc:docMk/>
            <pc:sldMk cId="3509565986" sldId="305"/>
            <ac:spMk id="3" creationId="{89223341-02EA-67A1-015B-315D282BA3A1}"/>
          </ac:spMkLst>
        </pc:spChg>
        <pc:spChg chg="mod">
          <ac:chgData name="Lukas Feldgrill" userId="fc6208b7d5096507" providerId="LiveId" clId="{D0E9CBC9-B4BD-49D3-A548-64923E0DA870}" dt="2026-01-29T13:57:27.813" v="2781" actId="20577"/>
          <ac:spMkLst>
            <pc:docMk/>
            <pc:sldMk cId="3509565986" sldId="305"/>
            <ac:spMk id="4" creationId="{5E5605E4-A31C-4231-4107-225CE3A0D82A}"/>
          </ac:spMkLst>
        </pc:spChg>
        <pc:spChg chg="mod">
          <ac:chgData name="Lukas Feldgrill" userId="fc6208b7d5096507" providerId="LiveId" clId="{D0E9CBC9-B4BD-49D3-A548-64923E0DA870}" dt="2026-01-30T10:45:12.821" v="3471" actId="14100"/>
          <ac:spMkLst>
            <pc:docMk/>
            <pc:sldMk cId="3509565986" sldId="305"/>
            <ac:spMk id="5" creationId="{5F81662C-CC35-EC26-0A8E-3838A78AA9C2}"/>
          </ac:spMkLst>
        </pc:spChg>
        <pc:spChg chg="mod">
          <ac:chgData name="Lukas Feldgrill" userId="fc6208b7d5096507" providerId="LiveId" clId="{D0E9CBC9-B4BD-49D3-A548-64923E0DA870}" dt="2026-01-29T14:00:43.031" v="3101" actId="20577"/>
          <ac:spMkLst>
            <pc:docMk/>
            <pc:sldMk cId="3509565986" sldId="305"/>
            <ac:spMk id="6" creationId="{4CB66E20-9A8C-F4BE-D9E1-3973F1D0FFBB}"/>
          </ac:spMkLst>
        </pc:spChg>
        <pc:spChg chg="mod">
          <ac:chgData name="Lukas Feldgrill" userId="fc6208b7d5096507" providerId="LiveId" clId="{D0E9CBC9-B4BD-49D3-A548-64923E0DA870}" dt="2026-01-29T13:59:51.794" v="3058" actId="20577"/>
          <ac:spMkLst>
            <pc:docMk/>
            <pc:sldMk cId="3509565986" sldId="305"/>
            <ac:spMk id="7" creationId="{73F4E0AC-4897-C251-779F-9B914FF18A94}"/>
          </ac:spMkLst>
        </pc:spChg>
        <pc:spChg chg="mod">
          <ac:chgData name="Lukas Feldgrill" userId="fc6208b7d5096507" providerId="LiveId" clId="{D0E9CBC9-B4BD-49D3-A548-64923E0DA870}" dt="2026-01-29T13:59:00.188" v="2956" actId="20577"/>
          <ac:spMkLst>
            <pc:docMk/>
            <pc:sldMk cId="3509565986" sldId="305"/>
            <ac:spMk id="8" creationId="{18781DB1-84FF-982E-D54A-8B9BED1436E5}"/>
          </ac:spMkLst>
        </pc:spChg>
        <pc:spChg chg="mod">
          <ac:chgData name="Lukas Feldgrill" userId="fc6208b7d5096507" providerId="LiveId" clId="{D0E9CBC9-B4BD-49D3-A548-64923E0DA870}" dt="2026-01-29T14:02:41.754" v="3230" actId="20577"/>
          <ac:spMkLst>
            <pc:docMk/>
            <pc:sldMk cId="3509565986" sldId="305"/>
            <ac:spMk id="9" creationId="{CA2687BB-3FE4-19E8-5BF6-20E652536C59}"/>
          </ac:spMkLst>
        </pc:spChg>
        <pc:spChg chg="mod">
          <ac:chgData name="Lukas Feldgrill" userId="fc6208b7d5096507" providerId="LiveId" clId="{D0E9CBC9-B4BD-49D3-A548-64923E0DA870}" dt="2026-01-29T14:04:35.928" v="3440" actId="20577"/>
          <ac:spMkLst>
            <pc:docMk/>
            <pc:sldMk cId="3509565986" sldId="305"/>
            <ac:spMk id="10" creationId="{79B46EE6-E389-97EB-E942-FFEA74C355B7}"/>
          </ac:spMkLst>
        </pc:spChg>
      </pc:sldChg>
      <pc:sldChg chg="addSp modSp new mod">
        <pc:chgData name="Lukas Feldgrill" userId="fc6208b7d5096507" providerId="LiveId" clId="{D0E9CBC9-B4BD-49D3-A548-64923E0DA870}" dt="2026-01-29T14:06:04.234" v="3444" actId="1076"/>
        <pc:sldMkLst>
          <pc:docMk/>
          <pc:sldMk cId="1900236025" sldId="306"/>
        </pc:sldMkLst>
        <pc:spChg chg="mod">
          <ac:chgData name="Lukas Feldgrill" userId="fc6208b7d5096507" providerId="LiveId" clId="{D0E9CBC9-B4BD-49D3-A548-64923E0DA870}" dt="2026-01-29T14:01:51.717" v="3157" actId="20577"/>
          <ac:spMkLst>
            <pc:docMk/>
            <pc:sldMk cId="1900236025" sldId="306"/>
            <ac:spMk id="2" creationId="{0911B48D-2D9C-CB3E-E763-D105FC3042E5}"/>
          </ac:spMkLst>
        </pc:spChg>
        <pc:picChg chg="add mod">
          <ac:chgData name="Lukas Feldgrill" userId="fc6208b7d5096507" providerId="LiveId" clId="{D0E9CBC9-B4BD-49D3-A548-64923E0DA870}" dt="2026-01-29T14:06:04.234" v="3444" actId="1076"/>
          <ac:picMkLst>
            <pc:docMk/>
            <pc:sldMk cId="1900236025" sldId="306"/>
            <ac:picMk id="2050" creationId="{E8613D1E-E33D-296E-7EEE-7523E956262D}"/>
          </ac:picMkLst>
        </pc:picChg>
      </pc:sldChg>
      <pc:sldMasterChg chg="modSp mod delSldLayout modSldLayout">
        <pc:chgData name="Lukas Feldgrill" userId="fc6208b7d5096507" providerId="LiveId" clId="{D0E9CBC9-B4BD-49D3-A548-64923E0DA870}" dt="2026-01-29T13:21:04.627" v="1890" actId="47"/>
        <pc:sldMasterMkLst>
          <pc:docMk/>
          <pc:sldMasterMk cId="1928452137" sldId="2147483666"/>
        </pc:sldMasterMkLst>
        <pc:spChg chg="mod">
          <ac:chgData name="Lukas Feldgrill" userId="fc6208b7d5096507" providerId="LiveId" clId="{D0E9CBC9-B4BD-49D3-A548-64923E0DA870}" dt="2026-01-29T11:39:38.765" v="1" actId="790"/>
          <ac:spMkLst>
            <pc:docMk/>
            <pc:sldMasterMk cId="1928452137" sldId="2147483666"/>
            <ac:spMk id="4" creationId="{C2AE9FDE-AF95-49F8-A927-35A23C9E6532}"/>
          </ac:spMkLst>
        </pc:spChg>
        <pc:spChg chg="mod">
          <ac:chgData name="Lukas Feldgrill" userId="fc6208b7d5096507" providerId="LiveId" clId="{D0E9CBC9-B4BD-49D3-A548-64923E0DA870}" dt="2026-01-29T11:53:55.392" v="145" actId="20577"/>
          <ac:spMkLst>
            <pc:docMk/>
            <pc:sldMasterMk cId="1928452137" sldId="2147483666"/>
            <ac:spMk id="5" creationId="{CC2E900D-8FF9-4E80-860D-89C2D3B4E4E1}"/>
          </ac:spMkLst>
        </pc:spChg>
        <pc:sldLayoutChg chg="modSp mod">
          <pc:chgData name="Lukas Feldgrill" userId="fc6208b7d5096507" providerId="LiveId" clId="{D0E9CBC9-B4BD-49D3-A548-64923E0DA870}" dt="2026-01-29T12:19:18.784" v="772" actId="403"/>
          <pc:sldLayoutMkLst>
            <pc:docMk/>
            <pc:sldMasterMk cId="1928452137" sldId="2147483666"/>
            <pc:sldLayoutMk cId="2631270364" sldId="2147483668"/>
          </pc:sldLayoutMkLst>
          <pc:spChg chg="mod">
            <ac:chgData name="Lukas Feldgrill" userId="fc6208b7d5096507" providerId="LiveId" clId="{D0E9CBC9-B4BD-49D3-A548-64923E0DA870}" dt="2026-01-29T12:19:18.784" v="772" actId="403"/>
            <ac:spMkLst>
              <pc:docMk/>
              <pc:sldMasterMk cId="1928452137" sldId="2147483666"/>
              <pc:sldLayoutMk cId="2631270364" sldId="2147483668"/>
              <ac:spMk id="3" creationId="{2DA41CE6-5A88-4C5C-B2A4-6A5D2153B16F}"/>
            </ac:spMkLst>
          </pc:spChg>
        </pc:sldLayoutChg>
        <pc:sldLayoutChg chg="modSp mod">
          <pc:chgData name="Lukas Feldgrill" userId="fc6208b7d5096507" providerId="LiveId" clId="{D0E9CBC9-B4BD-49D3-A548-64923E0DA870}" dt="2026-01-29T12:19:09.114" v="770" actId="403"/>
          <pc:sldLayoutMkLst>
            <pc:docMk/>
            <pc:sldMasterMk cId="1928452137" sldId="2147483666"/>
            <pc:sldLayoutMk cId="2501487619" sldId="2147483688"/>
          </pc:sldLayoutMkLst>
          <pc:spChg chg="mod">
            <ac:chgData name="Lukas Feldgrill" userId="fc6208b7d5096507" providerId="LiveId" clId="{D0E9CBC9-B4BD-49D3-A548-64923E0DA870}" dt="2026-01-29T12:19:09.114" v="770" actId="403"/>
            <ac:spMkLst>
              <pc:docMk/>
              <pc:sldMasterMk cId="1928452137" sldId="2147483666"/>
              <pc:sldLayoutMk cId="2501487619" sldId="2147483688"/>
              <ac:spMk id="12" creationId="{3B05E19C-DF33-4515-AC52-F95850810EC1}"/>
            </ac:spMkLst>
          </pc:spChg>
          <pc:spChg chg="mod">
            <ac:chgData name="Lukas Feldgrill" userId="fc6208b7d5096507" providerId="LiveId" clId="{D0E9CBC9-B4BD-49D3-A548-64923E0DA870}" dt="2026-01-29T12:19:09.114" v="770" actId="403"/>
            <ac:spMkLst>
              <pc:docMk/>
              <pc:sldMasterMk cId="1928452137" sldId="2147483666"/>
              <pc:sldLayoutMk cId="2501487619" sldId="2147483688"/>
              <ac:spMk id="13" creationId="{C0EBC62D-442C-45D3-B66B-C6578FBB3370}"/>
            </ac:spMkLst>
          </pc:spChg>
          <pc:spChg chg="mod">
            <ac:chgData name="Lukas Feldgrill" userId="fc6208b7d5096507" providerId="LiveId" clId="{D0E9CBC9-B4BD-49D3-A548-64923E0DA870}" dt="2026-01-29T12:19:09.114" v="770" actId="403"/>
            <ac:spMkLst>
              <pc:docMk/>
              <pc:sldMasterMk cId="1928452137" sldId="2147483666"/>
              <pc:sldLayoutMk cId="2501487619" sldId="2147483688"/>
              <ac:spMk id="15" creationId="{A1FB681F-A94D-4BF8-8290-0811E98D49D4}"/>
            </ac:spMkLst>
          </pc:spChg>
          <pc:spChg chg="mod">
            <ac:chgData name="Lukas Feldgrill" userId="fc6208b7d5096507" providerId="LiveId" clId="{D0E9CBC9-B4BD-49D3-A548-64923E0DA870}" dt="2026-01-29T12:19:09.114" v="770" actId="403"/>
            <ac:spMkLst>
              <pc:docMk/>
              <pc:sldMasterMk cId="1928452137" sldId="2147483666"/>
              <pc:sldLayoutMk cId="2501487619" sldId="2147483688"/>
              <ac:spMk id="17" creationId="{61E8C129-EF62-46A8-97F3-3CB5D014FBDD}"/>
            </ac:spMkLst>
          </pc:spChg>
          <pc:spChg chg="mod">
            <ac:chgData name="Lukas Feldgrill" userId="fc6208b7d5096507" providerId="LiveId" clId="{D0E9CBC9-B4BD-49D3-A548-64923E0DA870}" dt="2026-01-29T12:19:09.114" v="770" actId="403"/>
            <ac:spMkLst>
              <pc:docMk/>
              <pc:sldMasterMk cId="1928452137" sldId="2147483666"/>
              <pc:sldLayoutMk cId="2501487619" sldId="2147483688"/>
              <ac:spMk id="31" creationId="{87DD41A9-B6B3-48D9-A3A6-831B39C9158C}"/>
            </ac:spMkLst>
          </pc:spChg>
          <pc:spChg chg="mod">
            <ac:chgData name="Lukas Feldgrill" userId="fc6208b7d5096507" providerId="LiveId" clId="{D0E9CBC9-B4BD-49D3-A548-64923E0DA870}" dt="2026-01-29T12:19:09.114" v="770" actId="403"/>
            <ac:spMkLst>
              <pc:docMk/>
              <pc:sldMasterMk cId="1928452137" sldId="2147483666"/>
              <pc:sldLayoutMk cId="2501487619" sldId="2147483688"/>
              <ac:spMk id="32" creationId="{FB791E68-EDF5-4CC2-8774-A27AEF1D25E6}"/>
            </ac:spMkLst>
          </pc:spChg>
          <pc:spChg chg="mod">
            <ac:chgData name="Lukas Feldgrill" userId="fc6208b7d5096507" providerId="LiveId" clId="{D0E9CBC9-B4BD-49D3-A548-64923E0DA870}" dt="2026-01-29T12:19:09.114" v="770" actId="403"/>
            <ac:spMkLst>
              <pc:docMk/>
              <pc:sldMasterMk cId="1928452137" sldId="2147483666"/>
              <pc:sldLayoutMk cId="2501487619" sldId="2147483688"/>
              <ac:spMk id="33" creationId="{AA224F82-7E0C-4EBF-97D3-132481DBCDA9}"/>
            </ac:spMkLst>
          </pc:spChg>
          <pc:spChg chg="mod">
            <ac:chgData name="Lukas Feldgrill" userId="fc6208b7d5096507" providerId="LiveId" clId="{D0E9CBC9-B4BD-49D3-A548-64923E0DA870}" dt="2026-01-29T12:19:09.114" v="770" actId="403"/>
            <ac:spMkLst>
              <pc:docMk/>
              <pc:sldMasterMk cId="1928452137" sldId="2147483666"/>
              <pc:sldLayoutMk cId="2501487619" sldId="2147483688"/>
              <ac:spMk id="34" creationId="{699D24C6-4AFB-4222-8E0C-4D11CD9C0FF7}"/>
            </ac:spMkLst>
          </pc:spChg>
        </pc:sldLayoutChg>
      </pc:sldMasterChg>
    </pc:docChg>
  </pc:docChgLst>
  <pc:docChgLst>
    <pc:chgData name="Guest User" providerId="Windows Live" clId="Web-{444DE2B3-8D7B-3987-FFF1-564C2C8DC369}"/>
    <pc:docChg chg="modSld">
      <pc:chgData name="Guest User" userId="" providerId="Windows Live" clId="Web-{444DE2B3-8D7B-3987-FFF1-564C2C8DC369}" dt="2026-02-02T17:06:41.922" v="27" actId="20577"/>
      <pc:docMkLst>
        <pc:docMk/>
      </pc:docMkLst>
      <pc:sldChg chg="modSp">
        <pc:chgData name="Guest User" userId="" providerId="Windows Live" clId="Web-{444DE2B3-8D7B-3987-FFF1-564C2C8DC369}" dt="2026-02-02T16:56:51.012" v="18" actId="20577"/>
        <pc:sldMkLst>
          <pc:docMk/>
          <pc:sldMk cId="3040359672" sldId="303"/>
        </pc:sldMkLst>
        <pc:spChg chg="mod">
          <ac:chgData name="Guest User" userId="" providerId="Windows Live" clId="Web-{444DE2B3-8D7B-3987-FFF1-564C2C8DC369}" dt="2026-02-02T16:56:51.012" v="18" actId="20577"/>
          <ac:spMkLst>
            <pc:docMk/>
            <pc:sldMk cId="3040359672" sldId="303"/>
            <ac:spMk id="4" creationId="{E7BE98A1-8352-37AF-96A4-C78BC9116669}"/>
          </ac:spMkLst>
        </pc:spChg>
      </pc:sldChg>
      <pc:sldChg chg="modSp">
        <pc:chgData name="Guest User" userId="" providerId="Windows Live" clId="Web-{444DE2B3-8D7B-3987-FFF1-564C2C8DC369}" dt="2026-02-02T17:06:41.922" v="27" actId="20577"/>
        <pc:sldMkLst>
          <pc:docMk/>
          <pc:sldMk cId="2101566076" sldId="304"/>
        </pc:sldMkLst>
        <pc:spChg chg="mod">
          <ac:chgData name="Guest User" userId="" providerId="Windows Live" clId="Web-{444DE2B3-8D7B-3987-FFF1-564C2C8DC369}" dt="2026-02-02T17:06:41.922" v="27" actId="20577"/>
          <ac:spMkLst>
            <pc:docMk/>
            <pc:sldMk cId="2101566076" sldId="304"/>
            <ac:spMk id="10" creationId="{EE169E93-5E80-A44C-CD08-5A1483C4BD50}"/>
          </ac:spMkLst>
        </pc:spChg>
      </pc:sldChg>
    </pc:docChg>
  </pc:docChgLst>
  <pc:docChgLst>
    <pc:chgData name="Gastbenutzer" providerId="Windows Live" clId="Web-{308F2BF0-F060-62DB-F5AF-1D25B5AA4F80}"/>
    <pc:docChg chg="modSld">
      <pc:chgData name="Gastbenutzer" userId="" providerId="Windows Live" clId="Web-{308F2BF0-F060-62DB-F5AF-1D25B5AA4F80}" dt="2026-02-02T15:41:29.131" v="166" actId="20577"/>
      <pc:docMkLst>
        <pc:docMk/>
      </pc:docMkLst>
      <pc:sldChg chg="modSp">
        <pc:chgData name="Gastbenutzer" userId="" providerId="Windows Live" clId="Web-{308F2BF0-F060-62DB-F5AF-1D25B5AA4F80}" dt="2026-02-02T15:05:41.035" v="0" actId="20577"/>
        <pc:sldMkLst>
          <pc:docMk/>
          <pc:sldMk cId="2243494996" sldId="277"/>
        </pc:sldMkLst>
        <pc:spChg chg="mod">
          <ac:chgData name="Gastbenutzer" userId="" providerId="Windows Live" clId="Web-{308F2BF0-F060-62DB-F5AF-1D25B5AA4F80}" dt="2026-02-02T15:05:41.035" v="0" actId="20577"/>
          <ac:spMkLst>
            <pc:docMk/>
            <pc:sldMk cId="2243494996" sldId="277"/>
            <ac:spMk id="3" creationId="{35E3EA69-4E0E-41BD-8095-A124225A2647}"/>
          </ac:spMkLst>
        </pc:spChg>
      </pc:sldChg>
      <pc:sldChg chg="modSp">
        <pc:chgData name="Gastbenutzer" userId="" providerId="Windows Live" clId="Web-{308F2BF0-F060-62DB-F5AF-1D25B5AA4F80}" dt="2026-02-02T15:39:34.833" v="127" actId="20577"/>
        <pc:sldMkLst>
          <pc:docMk/>
          <pc:sldMk cId="3549518407" sldId="302"/>
        </pc:sldMkLst>
        <pc:spChg chg="mod">
          <ac:chgData name="Gastbenutzer" userId="" providerId="Windows Live" clId="Web-{308F2BF0-F060-62DB-F5AF-1D25B5AA4F80}" dt="2026-02-02T15:39:34.833" v="127" actId="20577"/>
          <ac:spMkLst>
            <pc:docMk/>
            <pc:sldMk cId="3549518407" sldId="302"/>
            <ac:spMk id="15" creationId="{73A4B638-0874-87DC-3582-BC92BD35A022}"/>
          </ac:spMkLst>
        </pc:spChg>
      </pc:sldChg>
      <pc:sldChg chg="modSp">
        <pc:chgData name="Gastbenutzer" userId="" providerId="Windows Live" clId="Web-{308F2BF0-F060-62DB-F5AF-1D25B5AA4F80}" dt="2026-02-02T15:41:29.131" v="166" actId="20577"/>
        <pc:sldMkLst>
          <pc:docMk/>
          <pc:sldMk cId="2101566076" sldId="304"/>
        </pc:sldMkLst>
        <pc:spChg chg="mod">
          <ac:chgData name="Gastbenutzer" userId="" providerId="Windows Live" clId="Web-{308F2BF0-F060-62DB-F5AF-1D25B5AA4F80}" dt="2026-02-02T15:41:29.131" v="166" actId="20577"/>
          <ac:spMkLst>
            <pc:docMk/>
            <pc:sldMk cId="2101566076" sldId="304"/>
            <ac:spMk id="8" creationId="{EFC5330C-0350-DBE2-5F2D-7D0593BA0CC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5A4BAD4-14F2-4D4A-BAC1-A644C6A8B8B8}" type="datetime1">
              <a:rPr lang="de-DE" smtClean="0"/>
              <a:t>03.02.2026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F6048-6F8A-4683-A7AB-9FF3D1DE1A65}" type="datetime1">
              <a:rPr lang="de-DE" smtClean="0"/>
              <a:pPr/>
              <a:t>03.02.2026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140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179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EED4B-8C5C-BBE6-050E-E049E4C4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E97F7D-BB4C-5649-A58A-57B9EAB2C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7C948E-E51F-0F6F-F262-8E264A6E1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D1131E-FDA6-78C0-4300-707CE26F3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0573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Formatvorlage des Untertitelmasters durch Klicken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gesordnu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itach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 DURCH KLICKEN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MASTERTEXTFORMAT DURCH KLICKEN BEARBEITEN</a:t>
            </a:r>
          </a:p>
        </p:txBody>
      </p:sp>
      <p:sp>
        <p:nvSpPr>
          <p:cNvPr id="17" name="Textplatzhalt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MASTERTEXTFORMAT DURCH KLICKEN BEARBEITEN</a:t>
            </a:r>
          </a:p>
        </p:txBody>
      </p:sp>
      <p:sp>
        <p:nvSpPr>
          <p:cNvPr id="18" name="Textplatzhalt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MASTERTEXTFORMAT DURCH KLICKEN BEARBEITEN</a:t>
            </a:r>
          </a:p>
        </p:txBody>
      </p:sp>
      <p:sp>
        <p:nvSpPr>
          <p:cNvPr id="19" name="Textplatzhalt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MASTERTEXTFORMAT DURCH KLICKEN BEARBEITEN</a:t>
            </a:r>
          </a:p>
        </p:txBody>
      </p:sp>
      <p:sp>
        <p:nvSpPr>
          <p:cNvPr id="34" name="Textplatzhalt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6" name="Textplatzhalt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Spal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5" name="Textplatzhalt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 dirty="0"/>
              <a:t>UNTERTITEL DURCH KLICKEN HINZUFÜGEN</a:t>
            </a:r>
          </a:p>
        </p:txBody>
      </p:sp>
      <p:sp>
        <p:nvSpPr>
          <p:cNvPr id="17" name="Textplatzhalt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 dirty="0"/>
              <a:t>Klicken Sie, um Text hinzuzufügen.</a:t>
            </a:r>
          </a:p>
        </p:txBody>
      </p:sp>
      <p:sp>
        <p:nvSpPr>
          <p:cNvPr id="31" name="Textplatzhalt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noProof="0"/>
              <a:t>UNTERTITEL DURCH KLICKEN HINZUFÜGEN</a:t>
            </a:r>
          </a:p>
        </p:txBody>
      </p:sp>
      <p:sp>
        <p:nvSpPr>
          <p:cNvPr id="32" name="Textplatzhalt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33" name="Textplatzhalt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noProof="0"/>
              <a:t>UNTERTITEL DURCH KLICKEN HINZUFÜGEN</a:t>
            </a:r>
          </a:p>
        </p:txBody>
      </p:sp>
      <p:sp>
        <p:nvSpPr>
          <p:cNvPr id="34" name="Textplatzhalt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12" name="Textplatzhalt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noProof="0"/>
              <a:t>UNTERTITEL DURCH KLICKEN HINZUFÜGEN</a:t>
            </a:r>
          </a:p>
        </p:txBody>
      </p:sp>
      <p:sp>
        <p:nvSpPr>
          <p:cNvPr id="13" name="Textplatzhalt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Sp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5" name="Textplatzhalt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17" name="Textplatzhalt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18" name="Textplatzhalt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19" name="Textplatzhalt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23" name="Textplatzhalt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24" name="Textplatzhalt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‹Nr.›</a:t>
            </a:fld>
            <a:endParaRPr lang="de-DE" noProof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inführu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11" name="Foliennummernplatzhalt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12" name="Textplatzhalt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15" name="Textplatzhalt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17" name="Datumsplatzhalt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18" name="Fußzeilenplatzhalt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19" name="Foliennummernplatzhalt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Inhal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 DURCH KLICKEN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noProof="0"/>
              <a:t>MASTERTEXT DURCH KLICKEN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 DURCH KLICKEN BEARBEITEN</a:t>
            </a:r>
          </a:p>
        </p:txBody>
      </p:sp>
      <p:sp>
        <p:nvSpPr>
          <p:cNvPr id="22" name="Inhaltsplatzhalt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tvergleic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#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#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#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2" name="Inhaltsplatzhalt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 noProof="0"/>
              <a:t>Zum Bearbeiten klicken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Inhaltsplatzhalt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6" name="Inhaltsplatzhalt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endParaRPr lang="de-DE" noProof="0"/>
          </a:p>
        </p:txBody>
      </p:sp>
      <p:sp>
        <p:nvSpPr>
          <p:cNvPr id="27" name="Inhaltsplatzhalt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Zwei Inhal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 DURCH KLICKEN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noProof="0"/>
              <a:t>MASTERTEXT DURCH KLICKEN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el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20" name="Textplatzhalt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25" name="Textplatzhalt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26" name="Textplatzhalt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27" name="Textplatzhalt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28" name="Textplatzhalt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e-DE" noProof="0"/>
              <a:t>UNTERTITEL DURCH KLICKEN HINZUFÜGEN</a:t>
            </a:r>
          </a:p>
        </p:txBody>
      </p:sp>
      <p:sp>
        <p:nvSpPr>
          <p:cNvPr id="29" name="Textplatzhalt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Klicken Sie, um Text hinzuzufügen.</a:t>
            </a:r>
          </a:p>
        </p:txBody>
      </p:sp>
      <p:sp>
        <p:nvSpPr>
          <p:cNvPr id="21" name="Datumsplatzhalt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22" name="Fußzeilenplatzhalt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24" name="Foliennummernplatzhalt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Jahr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Jahr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7" name="Textplatzhalt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8" name="Textplatzhalt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29" name="Textplatzhalt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30" name="Textplatzhalt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31" name="Textplatzhalt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e-DE" noProof="0"/>
              <a:t>MM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umsplatzhalt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37" name="Fußzeilenplatzhalt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38" name="Foliennummernplatzhalt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-Platzhalt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 auf Symbol, um die SmartArt-Grafik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folie 4 Person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18" name="Bildplatzhalt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e-DE" noProof="0"/>
              <a:t>Klicken Sie, um ein Bild hinzuzufügen.</a:t>
            </a:r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folie 8 Person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18" name="Bildplatzhalt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e-DE" noProof="0"/>
              <a:t>Klicken Sie, um ein Bild hinzuzufügen.</a:t>
            </a:r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55" name="Bildplatzhalt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56" name="Bildplatzhalt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57" name="Bildplatzhalt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e-DE" noProof="0"/>
              <a:t>Klicken Sie, um ein Bild hinzuzufügen.</a:t>
            </a:r>
          </a:p>
        </p:txBody>
      </p:sp>
      <p:sp>
        <p:nvSpPr>
          <p:cNvPr id="58" name="Bildplatzhalt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54" name="Textplatzhalt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62" name="Textplatzhalt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59" name="Textplatzhalt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63" name="Textplatzhalt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60" name="Textplatzhalt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64" name="Textplatzhalt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61" name="Textplatzhalt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65" name="Textplatzhalt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e-DE" noProof="0"/>
              <a:t>Klicken, um Inhalt hinzuzufügen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#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e-DE" noProof="0"/>
              <a:t>Klicken, um Inhalt hinzuzufügen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#</a:t>
            </a: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noProof="0"/>
              <a:t>ZUM BEARBEITEN KLICKEN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5" name="Inhaltsplatzhalt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e-DE" noProof="0"/>
              <a:t>Klicken, um Inhalt hinzuzufügen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#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2" name="Inhaltsplatzhalt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e-DE" noProof="0"/>
              <a:t>Klicken, um Inhalt hinzuzufügen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#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ZUM BEARBEITEN KLICKEN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usammenfass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umsplatzhalt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22" name="Fußzeilenplatzhalt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24" name="Foliennummernplatzhalt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chlussbemerku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February 2026</a:t>
            </a:r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e-DE" noProof="0"/>
              <a:t>GAME ASSISTANT</a:t>
            </a:r>
          </a:p>
        </p:txBody>
      </p:sp>
      <p:sp>
        <p:nvSpPr>
          <p:cNvPr id="11" name="Foliennummernplatzhalt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February 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 dirty="0"/>
              <a:t>GAME ASSISTANT</a:t>
            </a:r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zilliz.com/blog/praticial-tips-and-tricks-for-developers-building-rag-applications" TargetMode="External"/><Relationship Id="rId2" Type="http://schemas.openxmlformats.org/officeDocument/2006/relationships/hyperlink" Target="https://zilliz.com/learn/how-to-enhance-the-performance-of-your-rag-pipeline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microsoft/graphrag" TargetMode="External"/><Relationship Id="rId4" Type="http://schemas.openxmlformats.org/officeDocument/2006/relationships/hyperlink" Target="https://www.ibm.com/think/topics/llm-orchestr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de-DE" sz="3000" dirty="0"/>
              <a:t>Game Assistant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dirty="0">
                <a:ea typeface="+mn-lt"/>
                <a:cs typeface="+mn-lt"/>
              </a:rPr>
              <a:t>Group Y</a:t>
            </a:r>
          </a:p>
          <a:p>
            <a:pPr>
              <a:defRPr/>
            </a:pPr>
            <a:r>
              <a:rPr lang="en-US" dirty="0">
                <a:ea typeface="+mn-lt"/>
                <a:cs typeface="+mn-lt"/>
              </a:rPr>
              <a:t>Muhammad Saim Akram</a:t>
            </a:r>
            <a:r>
              <a:rPr lang="en-US" dirty="0"/>
              <a:t>, </a:t>
            </a:r>
            <a:r>
              <a:rPr lang="en-US" dirty="0">
                <a:ea typeface="+mn-lt"/>
                <a:cs typeface="+mn-lt"/>
              </a:rPr>
              <a:t>Lukas A. Feldgrill, Jan Zeller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C56152-7C9E-EA7E-5AF9-40606613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390939"/>
            <a:ext cx="5111750" cy="493298"/>
          </a:xfrm>
        </p:spPr>
        <p:txBody>
          <a:bodyPr/>
          <a:lstStyle/>
          <a:p>
            <a:r>
              <a:rPr lang="en-GB" dirty="0"/>
              <a:t>Motivation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68DB5B-53EC-EDA5-C51A-567C940B3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1013790"/>
            <a:ext cx="5111750" cy="2415209"/>
          </a:xfrm>
        </p:spPr>
        <p:txBody>
          <a:bodyPr numCol="2">
            <a:normAutofit/>
          </a:bodyPr>
          <a:lstStyle/>
          <a:p>
            <a:r>
              <a:rPr lang="en-GB" sz="1800" dirty="0"/>
              <a:t>Games can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Complex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Hard to 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Difficult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endParaRPr lang="en-GB" sz="1800" dirty="0"/>
          </a:p>
          <a:p>
            <a:r>
              <a:rPr lang="en-GB" sz="1800" dirty="0"/>
              <a:t>Players </a:t>
            </a:r>
            <a:r>
              <a:rPr lang="en-GB" sz="1800" dirty="0">
                <a:solidFill>
                  <a:srgbClr val="404040"/>
                </a:solidFill>
              </a:rPr>
              <a:t>might</a:t>
            </a:r>
            <a:r>
              <a:rPr lang="en-GB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Get stuck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Don’t know / Forget</a:t>
            </a:r>
            <a:br>
              <a:rPr lang="en-GB" sz="1800" dirty="0"/>
            </a:br>
            <a:r>
              <a:rPr lang="en-GB" sz="1800" dirty="0"/>
              <a:t>Mechanics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Feel overwhelmed</a:t>
            </a:r>
          </a:p>
          <a:p>
            <a:endParaRPr lang="en-GB" sz="1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45CA60-B0B6-DC8F-C52B-1F42BE92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43AF54-85A4-52E9-9C9F-F7C5C19A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3D679F-C39B-D3F0-7CD7-4B7E8CA3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t>2</a:t>
            </a:fld>
            <a:endParaRPr lang="de-DE" noProof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2D10C34-520A-2749-E216-7DC39A56F628}"/>
              </a:ext>
            </a:extLst>
          </p:cNvPr>
          <p:cNvSpPr txBox="1">
            <a:spLocks/>
          </p:cNvSpPr>
          <p:nvPr/>
        </p:nvSpPr>
        <p:spPr>
          <a:xfrm>
            <a:off x="1362075" y="3428999"/>
            <a:ext cx="5111750" cy="283596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On-demand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Real-time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Accurate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</p:txBody>
      </p:sp>
      <p:pic>
        <p:nvPicPr>
          <p:cNvPr id="9" name="Grafik 8" descr="Verwirrte Person mit einfarbiger Füllung">
            <a:extLst>
              <a:ext uri="{FF2B5EF4-FFF2-40B4-BE49-F238E27FC236}">
                <a16:creationId xmlns:a16="http://schemas.microsoft.com/office/drawing/2014/main" id="{EBA524AB-D8EB-F90A-9A53-131403242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3191" y="355978"/>
            <a:ext cx="593035" cy="593035"/>
          </a:xfrm>
          <a:prstGeom prst="rect">
            <a:avLst/>
          </a:prstGeom>
        </p:spPr>
      </p:pic>
      <p:pic>
        <p:nvPicPr>
          <p:cNvPr id="1034" name="Picture 10" descr="Double Thumbs Up Emoji">
            <a:extLst>
              <a:ext uri="{FF2B5EF4-FFF2-40B4-BE49-F238E27FC236}">
                <a16:creationId xmlns:a16="http://schemas.microsoft.com/office/drawing/2014/main" id="{9B491426-2488-ED4C-8DD2-4812B5CEE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955" y="3250094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4B70FF5-8277-EEC6-E41E-D3DEA6328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0" y="818321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9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3171825" cy="583068"/>
          </a:xfrm>
        </p:spPr>
        <p:txBody>
          <a:bodyPr rtlCol="0"/>
          <a:lstStyle/>
          <a:p>
            <a:pPr rtl="0"/>
            <a:r>
              <a:rPr lang="de-DE" dirty="0"/>
              <a:t>Goal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901687"/>
            <a:ext cx="4202806" cy="40688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GB" sz="1800" noProof="0" dirty="0"/>
              <a:t>Create an AI voice-to-voice assistant that: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800" dirty="0"/>
              <a:t>Listens to questions when they arise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800" noProof="0" dirty="0"/>
              <a:t>Answers concise and reliably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800" dirty="0"/>
              <a:t>Doesn’t disrupt gameplay</a:t>
            </a:r>
          </a:p>
          <a:p>
            <a:pPr algn="ctr" rtl="0"/>
            <a:r>
              <a:rPr lang="de-DE" sz="3600" noProof="0" dirty="0"/>
              <a:t>🤖🔊</a:t>
            </a:r>
            <a:r>
              <a:rPr lang="en-GB" sz="1800" noProof="0" dirty="0"/>
              <a:t> </a:t>
            </a:r>
          </a:p>
          <a:p>
            <a:pPr algn="ctr" rtl="0"/>
            <a:endParaRPr lang="en-GB" sz="1800" dirty="0"/>
          </a:p>
          <a:p>
            <a:pPr rtl="0"/>
            <a:r>
              <a:rPr lang="en-GB" sz="1800" noProof="0" dirty="0"/>
              <a:t>The target scope is: Food in Minecraft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de-DE"/>
              <a:t>February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de-DE"/>
              <a:t>GAME ASSISTANT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e-DE" smtClean="0"/>
              <a:pPr rtl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DEBC-1E6D-AB1A-CAA0-D98376E3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D7694-5E8C-D6C7-9519-D9F7A8259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7053435" cy="1325563"/>
          </a:xfrm>
        </p:spPr>
        <p:txBody>
          <a:bodyPr rtlCol="0"/>
          <a:lstStyle/>
          <a:p>
            <a:pPr rtl="0"/>
            <a:r>
              <a:rPr lang="en-GB" noProof="0" dirty="0"/>
              <a:t>Roles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53B439-1B0E-3EE4-0EA0-A0263C1F5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451653"/>
            <a:ext cx="4031945" cy="47659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 rtl="0"/>
            <a:r>
              <a:rPr lang="de-DE" sz="2400" dirty="0"/>
              <a:t>User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DA729B-E3F1-16D8-C682-F48537A9BE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2895474"/>
          </a:xfrm>
        </p:spPr>
        <p:txBody>
          <a:bodyPr rtlCol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Asks game related questions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Listens to the response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3034D3-FD91-029A-86A1-FBF3EE1253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451653"/>
            <a:ext cx="4031945" cy="476595"/>
          </a:xfrm>
        </p:spPr>
        <p:txBody>
          <a:bodyPr rtlCol="0">
            <a:normAutofit/>
          </a:bodyPr>
          <a:lstStyle/>
          <a:p>
            <a:pPr algn="l" rtl="0"/>
            <a:r>
              <a:rPr lang="de-DE" sz="2400" dirty="0"/>
              <a:t>Assistant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4F82C07-1595-8E07-CD6D-0770E00F8B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7"/>
            <a:ext cx="4031030" cy="2895475"/>
          </a:xfrm>
        </p:spPr>
        <p:txBody>
          <a:bodyPr rtlCol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Listens to user input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Searches DB for information (context)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Formulates a concise answer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Answers verbally</a:t>
            </a:r>
          </a:p>
        </p:txBody>
      </p:sp>
      <p:sp>
        <p:nvSpPr>
          <p:cNvPr id="80" name="Datumsplatzhalter 79">
            <a:extLst>
              <a:ext uri="{FF2B5EF4-FFF2-40B4-BE49-F238E27FC236}">
                <a16:creationId xmlns:a16="http://schemas.microsoft.com/office/drawing/2014/main" id="{77981F72-F469-2552-3DD0-ED2B7967672F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de-DE"/>
              <a:t>February 2026</a:t>
            </a:r>
          </a:p>
        </p:txBody>
      </p:sp>
      <p:sp>
        <p:nvSpPr>
          <p:cNvPr id="81" name="Fußzeilenplatzhalter 80">
            <a:extLst>
              <a:ext uri="{FF2B5EF4-FFF2-40B4-BE49-F238E27FC236}">
                <a16:creationId xmlns:a16="http://schemas.microsoft.com/office/drawing/2014/main" id="{697B73E6-0A38-FBDA-075E-3BB22FCCD98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de-DE"/>
              <a:t>GAME ASSISTANT</a:t>
            </a:r>
          </a:p>
        </p:txBody>
      </p:sp>
      <p:sp>
        <p:nvSpPr>
          <p:cNvPr id="82" name="Foliennummernplatzhalter 81">
            <a:extLst>
              <a:ext uri="{FF2B5EF4-FFF2-40B4-BE49-F238E27FC236}">
                <a16:creationId xmlns:a16="http://schemas.microsoft.com/office/drawing/2014/main" id="{1F91BA20-B2DB-F3C6-24BB-8F513EA3107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e-DE" smtClean="0"/>
              <a:pPr rtl="0"/>
              <a:t>4</a:t>
            </a:fld>
            <a:endParaRPr lang="de-DE"/>
          </a:p>
        </p:txBody>
      </p:sp>
      <p:pic>
        <p:nvPicPr>
          <p:cNvPr id="20" name="Grafik 19" descr="Benutzer mit einfarbiger Füllung">
            <a:extLst>
              <a:ext uri="{FF2B5EF4-FFF2-40B4-BE49-F238E27FC236}">
                <a16:creationId xmlns:a16="http://schemas.microsoft.com/office/drawing/2014/main" id="{B267B1DA-6EAF-64C6-4F3F-1DB5F3C47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0496" y="2217740"/>
            <a:ext cx="712304" cy="712304"/>
          </a:xfrm>
          <a:prstGeom prst="rect">
            <a:avLst/>
          </a:prstGeom>
        </p:spPr>
      </p:pic>
      <p:pic>
        <p:nvPicPr>
          <p:cNvPr id="22" name="Grafik 21" descr="Glühbirne und Zahnrad mit einfarbiger Füllung">
            <a:extLst>
              <a:ext uri="{FF2B5EF4-FFF2-40B4-BE49-F238E27FC236}">
                <a16:creationId xmlns:a16="http://schemas.microsoft.com/office/drawing/2014/main" id="{AB8FB9D8-72E9-03A9-F2F4-D9E3D26DB4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3050" y="2215944"/>
            <a:ext cx="712304" cy="71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8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9141EF8-9392-146C-252A-F5EBBA01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Structure I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2DDC7D-493C-2115-B968-668BB460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DF8B53-AEDB-55CD-5486-C883155B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ACE21C-0CEF-F46E-11B1-4118DD59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t>5</a:t>
            </a:fld>
            <a:endParaRPr lang="de-DE" noProof="0"/>
          </a:p>
        </p:txBody>
      </p:sp>
      <p:pic>
        <p:nvPicPr>
          <p:cNvPr id="9" name="SmartArt-Platzhalter 8">
            <a:extLst>
              <a:ext uri="{FF2B5EF4-FFF2-40B4-BE49-F238E27FC236}">
                <a16:creationId xmlns:a16="http://schemas.microsoft.com/office/drawing/2014/main" id="{871A474C-09E5-350F-03D4-B4FE78821F2C}"/>
              </a:ext>
            </a:extLst>
          </p:cNvPr>
          <p:cNvPicPr>
            <a:picLocks noGrp="1" noChangeAspect="1"/>
          </p:cNvPicPr>
          <p:nvPr>
            <p:ph type="dgm" sz="quarter" idx="1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2873" y="1690688"/>
            <a:ext cx="8226253" cy="402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0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C1CA5-F347-1F6D-8965-77A849B9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Structure II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767847-5F98-2950-78A1-0DEC3E949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6135" y="2282512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LLM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A241C8-8A19-DFD0-DAC1-790C30A726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899" y="2789737"/>
            <a:ext cx="4031030" cy="1057308"/>
          </a:xfrm>
        </p:spPr>
        <p:txBody>
          <a:bodyPr/>
          <a:lstStyle/>
          <a:p>
            <a:r>
              <a:rPr lang="en-GB" dirty="0"/>
              <a:t>OLLAMA</a:t>
            </a:r>
          </a:p>
          <a:p>
            <a:r>
              <a:rPr lang="de-AT" dirty="0"/>
              <a:t>qwen3:4b-instruct</a:t>
            </a:r>
          </a:p>
          <a:p>
            <a:r>
              <a:rPr lang="en-GB" noProof="0" dirty="0"/>
              <a:t>Multi instance use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C521896-D73A-D55F-647A-BAFCBEA8BF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239" y="2282512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RAG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A0A6F07-BACE-6C46-5D26-61C74682A5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378" y="2789737"/>
            <a:ext cx="4031030" cy="1057308"/>
          </a:xfrm>
        </p:spPr>
        <p:txBody>
          <a:bodyPr/>
          <a:lstStyle/>
          <a:p>
            <a:r>
              <a:rPr lang="en-GB" dirty="0" err="1"/>
              <a:t>ChromaDB</a:t>
            </a:r>
            <a:endParaRPr lang="en-GB" dirty="0"/>
          </a:p>
          <a:p>
            <a:r>
              <a:rPr lang="en-GB" dirty="0"/>
              <a:t>Multi (2) Collection Layout</a:t>
            </a:r>
          </a:p>
          <a:p>
            <a:r>
              <a:rPr lang="en-GB" dirty="0"/>
              <a:t>Intelligent* Querying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68F2DB-B364-B4AE-7177-8A0304F6EA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Text-To-Speech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4669A9F-9ADA-45CC-2792-D6FBDD9A167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pyttsx3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85C4486-06DA-33B1-4EF2-8FCE2F6C8DF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Speech-To-Text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7A56A4-B771-06AF-6EDC-A1FA2065BA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OpenAI Whisper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EFAF6CCC-B08F-482E-0522-0E062EE1EE8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23A9AF31-FC87-EA9C-CCF2-B7440B8D554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BC7E13B4-CD68-FA7F-F9C9-D4FCEBB87E6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t>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51100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E231F2-A1BE-5792-7A6D-D1F038C2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Changes to the Idea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041106-06C6-B24B-E74C-8458819B2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217740"/>
            <a:ext cx="3924300" cy="393822"/>
          </a:xfrm>
        </p:spPr>
        <p:txBody>
          <a:bodyPr/>
          <a:lstStyle/>
          <a:p>
            <a:r>
              <a:rPr lang="en-GB" dirty="0"/>
              <a:t>Planned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5EB78DD-ACEC-EF00-6DC6-0F1E8741A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2915478"/>
            <a:ext cx="3924300" cy="291699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Take game state into account</a:t>
            </a:r>
          </a:p>
          <a:p>
            <a:pPr>
              <a:lnSpc>
                <a:spcPct val="150000"/>
              </a:lnSpc>
            </a:pPr>
            <a:r>
              <a:rPr lang="en-GB" dirty="0"/>
              <a:t>Evaluate responses before output</a:t>
            </a:r>
          </a:p>
          <a:p>
            <a:pPr>
              <a:lnSpc>
                <a:spcPct val="150000"/>
              </a:lnSpc>
            </a:pPr>
            <a:r>
              <a:rPr lang="en-GB" dirty="0"/>
              <a:t>No GUI</a:t>
            </a:r>
          </a:p>
          <a:p>
            <a:pPr>
              <a:lnSpc>
                <a:spcPct val="150000"/>
              </a:lnSpc>
            </a:pPr>
            <a:r>
              <a:rPr lang="en-GB" dirty="0"/>
              <a:t>Scope: Food in Minecraft</a:t>
            </a:r>
          </a:p>
          <a:p>
            <a:pPr>
              <a:lnSpc>
                <a:spcPct val="150000"/>
              </a:lnSpc>
            </a:pPr>
            <a:r>
              <a:rPr lang="en-GB" dirty="0"/>
              <a:t>RAG holds Recipes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7E50EC-313D-9B11-7E22-CD703FE3A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217740"/>
            <a:ext cx="3943627" cy="393822"/>
          </a:xfrm>
        </p:spPr>
        <p:txBody>
          <a:bodyPr/>
          <a:lstStyle/>
          <a:p>
            <a:r>
              <a:rPr lang="en-GB" dirty="0"/>
              <a:t>Implemented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6BE940-144A-2A55-4144-C3B335A75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2915478"/>
            <a:ext cx="3943627" cy="291699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Game state is </a:t>
            </a:r>
            <a:r>
              <a:rPr lang="en-GB" b="1" dirty="0"/>
              <a:t>not</a:t>
            </a:r>
            <a:r>
              <a:rPr lang="en-GB" dirty="0"/>
              <a:t> observed</a:t>
            </a:r>
          </a:p>
          <a:p>
            <a:pPr>
              <a:lnSpc>
                <a:spcPct val="150000"/>
              </a:lnSpc>
            </a:pPr>
            <a:r>
              <a:rPr lang="en-GB" dirty="0"/>
              <a:t>LLM handles fault input and missing context</a:t>
            </a:r>
          </a:p>
          <a:p>
            <a:pPr>
              <a:lnSpc>
                <a:spcPct val="150000"/>
              </a:lnSpc>
            </a:pPr>
            <a:r>
              <a:rPr lang="en-GB" dirty="0"/>
              <a:t>Simple GUI</a:t>
            </a:r>
          </a:p>
          <a:p>
            <a:pPr>
              <a:lnSpc>
                <a:spcPct val="150000"/>
              </a:lnSpc>
            </a:pPr>
            <a:r>
              <a:rPr lang="en-GB" dirty="0"/>
              <a:t>Scope: Food and Farming in Minecraft</a:t>
            </a:r>
          </a:p>
          <a:p>
            <a:pPr>
              <a:lnSpc>
                <a:spcPct val="150000"/>
              </a:lnSpc>
            </a:pPr>
            <a:r>
              <a:rPr lang="en-GB" dirty="0"/>
              <a:t>RAG holds Recipes and Guides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482D2B-578B-03EA-2E05-0279EB19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319255E-B0F3-24A8-0367-500A260D3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AECF4D-D4C7-569E-C3D1-80B680C5C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t>7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352345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5E754A-D5C3-A4FD-3E84-D1B31AFA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Implemented</a:t>
            </a:r>
            <a:br>
              <a:rPr lang="en-GB" dirty="0"/>
            </a:br>
            <a:r>
              <a:rPr lang="en-GB" dirty="0"/>
              <a:t>Techniques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96961C-C5F6-2DC7-9C36-6BEFE711F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71167" y="731772"/>
            <a:ext cx="6180484" cy="36512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RAG Improvements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517C4A-BEEB-573B-2A69-69928CC461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9019" y="1155246"/>
            <a:ext cx="6182632" cy="1165657"/>
          </a:xfrm>
        </p:spPr>
        <p:txBody>
          <a:bodyPr>
            <a:normAutofit lnSpcReduction="10000"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Transforming recipes to clear-text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Converting guides to markdown – Chunking by chapters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User query intent classification – Guide vs. Recipe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User query keyword expansion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C5302A32-6F23-D8F9-2D13-B4646079693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E45466B0-3AB2-ACDC-C0B2-FF94BCA8FC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B67CDC95-871C-D944-E3A4-75A8C090EA8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pPr rtl="0"/>
              <a:t>8</a:t>
            </a:fld>
            <a:endParaRPr lang="de-DE" noProof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7798F8D-D82B-2379-702A-021151AD2B29}"/>
              </a:ext>
            </a:extLst>
          </p:cNvPr>
          <p:cNvSpPr txBox="1">
            <a:spLocks/>
          </p:cNvSpPr>
          <p:nvPr/>
        </p:nvSpPr>
        <p:spPr>
          <a:xfrm>
            <a:off x="5171167" y="2320055"/>
            <a:ext cx="6180484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LLM Improvements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73A4B638-0874-87DC-3582-BC92BD35A022}"/>
              </a:ext>
            </a:extLst>
          </p:cNvPr>
          <p:cNvSpPr txBox="1">
            <a:spLocks/>
          </p:cNvSpPr>
          <p:nvPr/>
        </p:nvSpPr>
        <p:spPr>
          <a:xfrm>
            <a:off x="5169019" y="2743529"/>
            <a:ext cx="6182632" cy="1165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Start with system prompt to inform about role as Minecraft assistant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Pass to TTS after every sentence (don't wait for full answer)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dirty="0"/>
              <a:t>Remove RAG context of previous request to save tokens</a:t>
            </a:r>
          </a:p>
        </p:txBody>
      </p:sp>
    </p:spTree>
    <p:extLst>
      <p:ext uri="{BB962C8B-B14F-4D97-AF65-F5344CB8AC3E}">
        <p14:creationId xmlns:p14="http://schemas.microsoft.com/office/powerpoint/2010/main" val="354951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64E68-1D1A-897C-38E4-8E5012C9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Outcome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42DC51-0F94-400C-3C03-EEACD57611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124" y="2035177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LLM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318C2A-3CD8-F1E4-54E9-FEA924537B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4888" y="2542402"/>
            <a:ext cx="4031030" cy="1057308"/>
          </a:xfrm>
        </p:spPr>
        <p:txBody>
          <a:bodyPr/>
          <a:lstStyle/>
          <a:p>
            <a:r>
              <a:rPr lang="en-GB" dirty="0"/>
              <a:t>Works good for the most part.</a:t>
            </a:r>
          </a:p>
          <a:p>
            <a:r>
              <a:rPr lang="en-GB" dirty="0"/>
              <a:t>Some hallucinations.</a:t>
            </a:r>
          </a:p>
          <a:p>
            <a:r>
              <a:rPr lang="en-GB" dirty="0"/>
              <a:t>Sometimes context is interpreted wrong.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43FF2A-17ED-8B8F-18D9-C53EF2DFFD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28" y="2035177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RAG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BB850CD-B46E-B02C-BD63-499FCC1E59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2367" y="2542402"/>
            <a:ext cx="4031030" cy="1057308"/>
          </a:xfrm>
        </p:spPr>
        <p:txBody>
          <a:bodyPr/>
          <a:lstStyle/>
          <a:p>
            <a:r>
              <a:rPr lang="en-GB" dirty="0"/>
              <a:t>Good performance, good accuracy.</a:t>
            </a:r>
          </a:p>
          <a:p>
            <a:r>
              <a:rPr lang="en-GB" dirty="0"/>
              <a:t>Large context window for guides.</a:t>
            </a:r>
          </a:p>
          <a:p>
            <a:r>
              <a:rPr lang="en-GB" dirty="0"/>
              <a:t>Query processing could be improved.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05B315B-1173-406D-F81B-6A85F1F19A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Text-To-Speech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FC5330C-0350-DBE2-5F2D-7D0593BA0C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Uses default system voice in English</a:t>
            </a:r>
          </a:p>
          <a:p>
            <a:r>
              <a:rPr lang="en-GB" dirty="0"/>
              <a:t>Easily understandable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EC2C905-8B1D-D39B-8048-BB6AFA133B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Speech-To-Text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E169E93-5E80-A44C-CD08-5A1483C4BD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Effectively converts verbal user requests into text for the RAG pipeline.</a:t>
            </a:r>
            <a:endParaRPr lang="en-GB" dirty="0"/>
          </a:p>
          <a:p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0743B96E-87E6-7EAD-753C-0227C777821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C0487BB4-CA62-C7DB-9011-483F29403C0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267B138-2BFA-8C91-B658-2DBA5F0FAEF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t>9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0156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11B48D-2D9C-CB3E-E763-D105FC304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613D1E-E33D-296E-7EEE-7523E9562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834" y="1633744"/>
            <a:ext cx="3590512" cy="359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236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BCAA8-AEA3-35F3-056A-A0254C51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223341-02EA-67A1-015B-315D282BA3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Expand Scope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5605E4-A31C-4231-4107-225CE3A0D8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Improve RAG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81662C-CC35-EC26-0A8E-3838A78AA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79443" y="3633788"/>
            <a:ext cx="2401957" cy="514350"/>
          </a:xfrm>
        </p:spPr>
        <p:txBody>
          <a:bodyPr/>
          <a:lstStyle/>
          <a:p>
            <a:r>
              <a:rPr lang="en-GB" dirty="0"/>
              <a:t>Improve GUI And Explainability</a:t>
            </a:r>
            <a:br>
              <a:rPr lang="en-GB" dirty="0"/>
            </a:br>
            <a:r>
              <a:rPr lang="en-GB" dirty="0"/>
              <a:t>Add Orchestrator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CB66E20-9A8C-F4BE-D9E1-3973F1D0FF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Fine Tune LLM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3F4E0AC-4897-C251-779F-9B914FF18A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Cover all the contents of Minecraft in the assistant.</a:t>
            </a:r>
          </a:p>
          <a:p>
            <a:r>
              <a:rPr lang="en-GB" dirty="0"/>
              <a:t>Collect and preprocess the data (if necessary).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8781DB1-84FF-982E-D54A-8B9BED1436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Switch to Graph RAG to more accurately structure the data of the game.</a:t>
            </a:r>
          </a:p>
          <a:p>
            <a:r>
              <a:rPr lang="en-GB" dirty="0"/>
              <a:t>Add improved query handling to more efficiently search for referenced entities.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A2687BB-3FE4-19E8-5BF6-20E652536C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The GUI does not support switching I/O devices.</a:t>
            </a:r>
          </a:p>
          <a:p>
            <a:r>
              <a:rPr lang="en-GB" dirty="0"/>
              <a:t>Referenced sources should also be evident from a user perspective.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9B46EE6-E389-97EB-E942-FFEA74C355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dirty="0"/>
              <a:t>..to more easily detect faulty input or faults inside the assistant pipeline; i.e. wrong context.</a:t>
            </a:r>
          </a:p>
          <a:p>
            <a:r>
              <a:rPr lang="en-GB" dirty="0"/>
              <a:t>Prevent hallucination and word repetition.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9B1A4839-982B-6945-2D81-E5BD3C68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CF01EE96-D652-08F7-B113-BA011E245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1BFFB09B-D6E4-C327-CE25-0D533661D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t>11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50956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7E4A7-3789-0D1D-00E4-29D09C974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BE98A1-8352-37AF-96A4-C78BC91166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999072"/>
            <a:ext cx="5431971" cy="43572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How to Enhance the Performance of Your RAG Pipeline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Practical Tips and Tricks for Developers Building RAG Applications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/>
              </a:rPr>
              <a:t>What is LLM Orchestration?</a:t>
            </a:r>
            <a:endParaRPr lang="en-GB" dirty="0"/>
          </a:p>
          <a:p>
            <a:pPr marL="285750" indent="-285750">
              <a:buChar char="•"/>
            </a:pPr>
            <a:r>
              <a:rPr lang="en-GB" dirty="0">
                <a:hlinkClick r:id="rId5"/>
              </a:rPr>
              <a:t>Microsoft GraphRAG</a:t>
            </a:r>
            <a:endParaRPr lang="en-GB" dirty="0"/>
          </a:p>
          <a:p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2CBA410-715E-4AEC-89CF-1F913DEDAE2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rtl="0"/>
            <a:r>
              <a:rPr lang="de-DE" noProof="0"/>
              <a:t>February 2026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8DC40DC-0EDC-FCFA-7509-4EC7ADB75BB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rtl="0"/>
            <a:r>
              <a:rPr lang="de-DE" noProof="0"/>
              <a:t>GAME ASSISTANT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FAC776C-8CF0-BBFD-83AA-6FDDCAEE2A6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/>
              <a:pPr rtl="0"/>
              <a:t>12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040359672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6_TF56180624_Win32" id="{AADAF5FC-F054-4702-9975-8306FA50864C}" vid="{E63F7C20-6624-42A5-8F8C-D0F0877C157C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Minimalistische helle Verkaufspräsentation</Template>
  <TotalTime>0</TotalTime>
  <Words>445</Words>
  <Application>Microsoft Office PowerPoint</Application>
  <PresentationFormat>Breitbild</PresentationFormat>
  <Paragraphs>134</Paragraphs>
  <Slides>12</Slides>
  <Notes>3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Monoline</vt:lpstr>
      <vt:lpstr>Game Assistant</vt:lpstr>
      <vt:lpstr>Motivation</vt:lpstr>
      <vt:lpstr>Goal</vt:lpstr>
      <vt:lpstr>Roles</vt:lpstr>
      <vt:lpstr>System Structure I</vt:lpstr>
      <vt:lpstr>System Structure II</vt:lpstr>
      <vt:lpstr>Changes to the Idea</vt:lpstr>
      <vt:lpstr>Implemented Techniques</vt:lpstr>
      <vt:lpstr>Outcome</vt:lpstr>
      <vt:lpstr>Demo</vt:lpstr>
      <vt:lpstr>Next Steps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Feldgrill</dc:creator>
  <cp:lastModifiedBy>Lukas Feldgrill</cp:lastModifiedBy>
  <cp:revision>37</cp:revision>
  <dcterms:created xsi:type="dcterms:W3CDTF">2026-01-29T11:36:04Z</dcterms:created>
  <dcterms:modified xsi:type="dcterms:W3CDTF">2026-02-03T09:21:37Z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